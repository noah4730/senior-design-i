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sldIdLst>
    <p:sldId id="256" r:id="rId5"/>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72">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jQ6hb2gIWueYhguz/CLQjIbiXv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 d="100"/>
          <a:sy n="16" d="100"/>
        </p:scale>
        <p:origin x="198" y="804"/>
      </p:cViewPr>
      <p:guideLst>
        <p:guide orient="horz" pos="10368"/>
        <p:guide pos="1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customschemas.google.com/relationships/presentationmetadata" Target="metadata"/><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
          <p:cNvSpPr txBox="1">
            <a:spLocks noGrp="1"/>
          </p:cNvSpPr>
          <p:nvPr>
            <p:ph type="body" idx="1"/>
          </p:nvPr>
        </p:nvSpPr>
        <p:spPr>
          <a:xfrm>
            <a:off x="3289591" y="11362053"/>
            <a:ext cx="37312028" cy="16435714"/>
          </a:xfrm>
          <a:prstGeom prst="rect">
            <a:avLst/>
          </a:prstGeom>
          <a:noFill/>
          <a:ln>
            <a:noFill/>
          </a:ln>
        </p:spPr>
        <p:txBody>
          <a:bodyPr spcFirstLastPara="1" wrap="square" lIns="91425" tIns="45700" rIns="91425" bIns="45700" anchor="t" anchorCtr="0">
            <a:normAutofit/>
          </a:bodyPr>
          <a:lstStyle>
            <a:lvl1pPr marL="457200" lvl="0" indent="-838200" algn="l">
              <a:lnSpc>
                <a:spcPct val="120000"/>
              </a:lnSpc>
              <a:spcBef>
                <a:spcPts val="4800"/>
              </a:spcBef>
              <a:spcAft>
                <a:spcPts val="0"/>
              </a:spcAft>
              <a:buSzPts val="96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15" name="Google Shape;15;p3"/>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pic>
        <p:nvPicPr>
          <p:cNvPr id="19" name="Google Shape;19;p4" descr="Droplets-SD-Title-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20" name="Google Shape;20;p4"/>
          <p:cNvSpPr txBox="1">
            <a:spLocks noGrp="1"/>
          </p:cNvSpPr>
          <p:nvPr>
            <p:ph type="ctrTitle"/>
          </p:nvPr>
        </p:nvSpPr>
        <p:spPr>
          <a:xfrm>
            <a:off x="6303643" y="6243775"/>
            <a:ext cx="31283913" cy="1204422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3040"/>
              <a:buFont typeface="Twentieth Century"/>
              <a:buNone/>
              <a:defRPr sz="230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subTitle" idx="1"/>
          </p:nvPr>
        </p:nvSpPr>
        <p:spPr>
          <a:xfrm>
            <a:off x="6303643" y="18653767"/>
            <a:ext cx="31283913" cy="6583675"/>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4800"/>
              </a:spcBef>
              <a:spcAft>
                <a:spcPts val="0"/>
              </a:spcAft>
              <a:buSzPts val="10560"/>
              <a:buNone/>
              <a:defRPr sz="10560">
                <a:solidFill>
                  <a:srgbClr val="7F7F7F"/>
                </a:solidFill>
              </a:defRPr>
            </a:lvl1pPr>
            <a:lvl2pPr lvl="1" algn="ctr">
              <a:lnSpc>
                <a:spcPct val="120000"/>
              </a:lnSpc>
              <a:spcBef>
                <a:spcPts val="2400"/>
              </a:spcBef>
              <a:spcAft>
                <a:spcPts val="0"/>
              </a:spcAft>
              <a:buSzPts val="9600"/>
              <a:buNone/>
              <a:defRPr sz="9600"/>
            </a:lvl2pPr>
            <a:lvl3pPr lvl="2" algn="ctr">
              <a:lnSpc>
                <a:spcPct val="120000"/>
              </a:lnSpc>
              <a:spcBef>
                <a:spcPts val="2400"/>
              </a:spcBef>
              <a:spcAft>
                <a:spcPts val="0"/>
              </a:spcAft>
              <a:buSzPts val="8640"/>
              <a:buNone/>
              <a:defRPr sz="8640"/>
            </a:lvl3pPr>
            <a:lvl4pPr lvl="3" algn="ctr">
              <a:lnSpc>
                <a:spcPct val="120000"/>
              </a:lnSpc>
              <a:spcBef>
                <a:spcPts val="2400"/>
              </a:spcBef>
              <a:spcAft>
                <a:spcPts val="0"/>
              </a:spcAft>
              <a:buSzPts val="7680"/>
              <a:buNone/>
              <a:defRPr sz="7680"/>
            </a:lvl4pPr>
            <a:lvl5pPr lvl="4" algn="ctr">
              <a:lnSpc>
                <a:spcPct val="120000"/>
              </a:lnSpc>
              <a:spcBef>
                <a:spcPts val="2400"/>
              </a:spcBef>
              <a:spcAft>
                <a:spcPts val="0"/>
              </a:spcAft>
              <a:buSzPts val="7680"/>
              <a:buNone/>
              <a:defRPr sz="7680"/>
            </a:lvl5pPr>
            <a:lvl6pPr lvl="5" algn="ctr">
              <a:lnSpc>
                <a:spcPct val="120000"/>
              </a:lnSpc>
              <a:spcBef>
                <a:spcPts val="2400"/>
              </a:spcBef>
              <a:spcAft>
                <a:spcPts val="0"/>
              </a:spcAft>
              <a:buSzPts val="7680"/>
              <a:buNone/>
              <a:defRPr sz="7680"/>
            </a:lvl6pPr>
            <a:lvl7pPr lvl="6" algn="ctr">
              <a:lnSpc>
                <a:spcPct val="120000"/>
              </a:lnSpc>
              <a:spcBef>
                <a:spcPts val="2400"/>
              </a:spcBef>
              <a:spcAft>
                <a:spcPts val="0"/>
              </a:spcAft>
              <a:buSzPts val="7680"/>
              <a:buNone/>
              <a:defRPr sz="7680"/>
            </a:lvl7pPr>
            <a:lvl8pPr lvl="7" algn="ctr">
              <a:lnSpc>
                <a:spcPct val="120000"/>
              </a:lnSpc>
              <a:spcBef>
                <a:spcPts val="2400"/>
              </a:spcBef>
              <a:spcAft>
                <a:spcPts val="0"/>
              </a:spcAft>
              <a:buSzPts val="7680"/>
              <a:buNone/>
              <a:defRPr sz="7680"/>
            </a:lvl8pPr>
            <a:lvl9pPr lvl="8" algn="ctr">
              <a:lnSpc>
                <a:spcPct val="120000"/>
              </a:lnSpc>
              <a:spcBef>
                <a:spcPts val="2400"/>
              </a:spcBef>
              <a:spcAft>
                <a:spcPts val="0"/>
              </a:spcAft>
              <a:buSzPts val="7680"/>
              <a:buNone/>
              <a:defRPr sz="7680"/>
            </a:lvl9pPr>
          </a:lstStyle>
          <a:p>
            <a:endParaRPr/>
          </a:p>
        </p:txBody>
      </p:sp>
      <p:sp>
        <p:nvSpPr>
          <p:cNvPr id="22" name="Google Shape;22;p4"/>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5"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27" name="Google Shape;27;p5"/>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3289584" y="11362049"/>
            <a:ext cx="37309776" cy="1643571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29" name="Google Shape;29;p5"/>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6"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34" name="Google Shape;34;p6"/>
          <p:cNvSpPr txBox="1">
            <a:spLocks noGrp="1"/>
          </p:cNvSpPr>
          <p:nvPr>
            <p:ph type="title"/>
          </p:nvPr>
        </p:nvSpPr>
        <p:spPr>
          <a:xfrm>
            <a:off x="3289589" y="3977110"/>
            <a:ext cx="37266306" cy="1313673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Twentieth Century"/>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289589" y="17555802"/>
            <a:ext cx="37266306" cy="656727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9600"/>
              <a:buNone/>
              <a:defRPr sz="9600">
                <a:solidFill>
                  <a:srgbClr val="7F7F7F"/>
                </a:solidFill>
              </a:defRPr>
            </a:lvl1pPr>
            <a:lvl2pPr marL="914400" lvl="1" indent="-228600" algn="l">
              <a:lnSpc>
                <a:spcPct val="120000"/>
              </a:lnSpc>
              <a:spcBef>
                <a:spcPts val="2400"/>
              </a:spcBef>
              <a:spcAft>
                <a:spcPts val="0"/>
              </a:spcAft>
              <a:buSzPts val="9600"/>
              <a:buNone/>
              <a:defRPr sz="9600">
                <a:solidFill>
                  <a:srgbClr val="888888"/>
                </a:solidFill>
              </a:defRPr>
            </a:lvl2pPr>
            <a:lvl3pPr marL="1371600" lvl="2" indent="-228600" algn="l">
              <a:lnSpc>
                <a:spcPct val="120000"/>
              </a:lnSpc>
              <a:spcBef>
                <a:spcPts val="2400"/>
              </a:spcBef>
              <a:spcAft>
                <a:spcPts val="0"/>
              </a:spcAft>
              <a:buSzPts val="8640"/>
              <a:buNone/>
              <a:defRPr sz="8640">
                <a:solidFill>
                  <a:srgbClr val="888888"/>
                </a:solidFill>
              </a:defRPr>
            </a:lvl3pPr>
            <a:lvl4pPr marL="1828800" lvl="3" indent="-228600" algn="l">
              <a:lnSpc>
                <a:spcPct val="120000"/>
              </a:lnSpc>
              <a:spcBef>
                <a:spcPts val="2400"/>
              </a:spcBef>
              <a:spcAft>
                <a:spcPts val="0"/>
              </a:spcAft>
              <a:buSzPts val="7680"/>
              <a:buNone/>
              <a:defRPr sz="7680">
                <a:solidFill>
                  <a:srgbClr val="888888"/>
                </a:solidFill>
              </a:defRPr>
            </a:lvl4pPr>
            <a:lvl5pPr marL="2286000" lvl="4" indent="-228600" algn="l">
              <a:lnSpc>
                <a:spcPct val="120000"/>
              </a:lnSpc>
              <a:spcBef>
                <a:spcPts val="2400"/>
              </a:spcBef>
              <a:spcAft>
                <a:spcPts val="0"/>
              </a:spcAft>
              <a:buSzPts val="7680"/>
              <a:buNone/>
              <a:defRPr sz="7680">
                <a:solidFill>
                  <a:srgbClr val="888888"/>
                </a:solidFill>
              </a:defRPr>
            </a:lvl5pPr>
            <a:lvl6pPr marL="2743200" lvl="5" indent="-228600" algn="l">
              <a:lnSpc>
                <a:spcPct val="120000"/>
              </a:lnSpc>
              <a:spcBef>
                <a:spcPts val="2400"/>
              </a:spcBef>
              <a:spcAft>
                <a:spcPts val="0"/>
              </a:spcAft>
              <a:buSzPts val="7680"/>
              <a:buNone/>
              <a:defRPr sz="7680">
                <a:solidFill>
                  <a:srgbClr val="888888"/>
                </a:solidFill>
              </a:defRPr>
            </a:lvl6pPr>
            <a:lvl7pPr marL="3200400" lvl="6" indent="-228600" algn="l">
              <a:lnSpc>
                <a:spcPct val="120000"/>
              </a:lnSpc>
              <a:spcBef>
                <a:spcPts val="2400"/>
              </a:spcBef>
              <a:spcAft>
                <a:spcPts val="0"/>
              </a:spcAft>
              <a:buSzPts val="7680"/>
              <a:buNone/>
              <a:defRPr sz="7680">
                <a:solidFill>
                  <a:srgbClr val="888888"/>
                </a:solidFill>
              </a:defRPr>
            </a:lvl7pPr>
            <a:lvl8pPr marL="3657600" lvl="7" indent="-228600" algn="l">
              <a:lnSpc>
                <a:spcPct val="120000"/>
              </a:lnSpc>
              <a:spcBef>
                <a:spcPts val="2400"/>
              </a:spcBef>
              <a:spcAft>
                <a:spcPts val="0"/>
              </a:spcAft>
              <a:buSzPts val="7680"/>
              <a:buNone/>
              <a:defRPr sz="7680">
                <a:solidFill>
                  <a:srgbClr val="888888"/>
                </a:solidFill>
              </a:defRPr>
            </a:lvl8pPr>
            <a:lvl9pPr marL="4114800" lvl="8" indent="-228600" algn="l">
              <a:lnSpc>
                <a:spcPct val="120000"/>
              </a:lnSpc>
              <a:spcBef>
                <a:spcPts val="2400"/>
              </a:spcBef>
              <a:spcAft>
                <a:spcPts val="0"/>
              </a:spcAft>
              <a:buSzPts val="7680"/>
              <a:buNone/>
              <a:defRPr sz="7680">
                <a:solidFill>
                  <a:srgbClr val="888888"/>
                </a:solidFill>
              </a:defRPr>
            </a:lvl9pPr>
          </a:lstStyle>
          <a:p>
            <a:endParaRPr/>
          </a:p>
        </p:txBody>
      </p:sp>
      <p:sp>
        <p:nvSpPr>
          <p:cNvPr id="36" name="Google Shape;36;p6"/>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pic>
        <p:nvPicPr>
          <p:cNvPr id="40" name="Google Shape;40;p7"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41" name="Google Shape;41;p7"/>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289584" y="11362049"/>
            <a:ext cx="18381696" cy="1643571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43" name="Google Shape;43;p7"/>
          <p:cNvSpPr txBox="1">
            <a:spLocks noGrp="1"/>
          </p:cNvSpPr>
          <p:nvPr>
            <p:ph type="body" idx="2"/>
          </p:nvPr>
        </p:nvSpPr>
        <p:spPr>
          <a:xfrm>
            <a:off x="22219920" y="11362049"/>
            <a:ext cx="18379440" cy="1643571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44" name="Google Shape;44;p7"/>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8"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49" name="Google Shape;49;p8"/>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body" idx="1"/>
          </p:nvPr>
        </p:nvSpPr>
        <p:spPr>
          <a:xfrm>
            <a:off x="4126781" y="11380887"/>
            <a:ext cx="17544509" cy="3263971"/>
          </a:xfrm>
          <a:prstGeom prst="rect">
            <a:avLst/>
          </a:prstGeom>
          <a:noFill/>
          <a:ln>
            <a:noFill/>
          </a:ln>
        </p:spPr>
        <p:txBody>
          <a:bodyPr spcFirstLastPara="1" wrap="square" lIns="91425" tIns="45700" rIns="91425" bIns="45700" anchor="b" anchorCtr="0">
            <a:noAutofit/>
          </a:bodyPr>
          <a:lstStyle>
            <a:lvl1pPr marL="457200" lvl="0" indent="-228600" algn="l">
              <a:lnSpc>
                <a:spcPct val="75000"/>
              </a:lnSpc>
              <a:spcBef>
                <a:spcPts val="4800"/>
              </a:spcBef>
              <a:spcAft>
                <a:spcPts val="0"/>
              </a:spcAft>
              <a:buSzPts val="12480"/>
              <a:buNone/>
              <a:defRPr sz="1248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51" name="Google Shape;51;p8"/>
          <p:cNvSpPr txBox="1">
            <a:spLocks noGrp="1"/>
          </p:cNvSpPr>
          <p:nvPr>
            <p:ph type="body" idx="2"/>
          </p:nvPr>
        </p:nvSpPr>
        <p:spPr>
          <a:xfrm>
            <a:off x="3289589" y="14644866"/>
            <a:ext cx="18381696" cy="1315289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52" name="Google Shape;52;p8"/>
          <p:cNvSpPr txBox="1">
            <a:spLocks noGrp="1"/>
          </p:cNvSpPr>
          <p:nvPr>
            <p:ph type="body" idx="3"/>
          </p:nvPr>
        </p:nvSpPr>
        <p:spPr>
          <a:xfrm>
            <a:off x="23027123" y="11380887"/>
            <a:ext cx="17574494" cy="3263971"/>
          </a:xfrm>
          <a:prstGeom prst="rect">
            <a:avLst/>
          </a:prstGeom>
          <a:noFill/>
          <a:ln>
            <a:noFill/>
          </a:ln>
        </p:spPr>
        <p:txBody>
          <a:bodyPr spcFirstLastPara="1" wrap="square" lIns="91425" tIns="45700" rIns="91425" bIns="45700" anchor="b" anchorCtr="0">
            <a:noAutofit/>
          </a:bodyPr>
          <a:lstStyle>
            <a:lvl1pPr marL="457200" lvl="0" indent="-228600" algn="l">
              <a:lnSpc>
                <a:spcPct val="75000"/>
              </a:lnSpc>
              <a:spcBef>
                <a:spcPts val="4800"/>
              </a:spcBef>
              <a:spcAft>
                <a:spcPts val="0"/>
              </a:spcAft>
              <a:buSzPts val="12480"/>
              <a:buNone/>
              <a:defRPr sz="1248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53" name="Google Shape;53;p8"/>
          <p:cNvSpPr txBox="1">
            <a:spLocks noGrp="1"/>
          </p:cNvSpPr>
          <p:nvPr>
            <p:ph type="body" idx="4"/>
          </p:nvPr>
        </p:nvSpPr>
        <p:spPr>
          <a:xfrm>
            <a:off x="22219922" y="14644866"/>
            <a:ext cx="18379445" cy="1315289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54" name="Google Shape;54;p8"/>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9"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59" name="Google Shape;59;p9"/>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10"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65" name="Google Shape;65;p10"/>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pic>
        <p:nvPicPr>
          <p:cNvPr id="69" name="Google Shape;69;p11"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70" name="Google Shape;70;p11"/>
          <p:cNvSpPr txBox="1">
            <a:spLocks noGrp="1"/>
          </p:cNvSpPr>
          <p:nvPr>
            <p:ph type="title"/>
          </p:nvPr>
        </p:nvSpPr>
        <p:spPr>
          <a:xfrm>
            <a:off x="3289589" y="2926080"/>
            <a:ext cx="14168477" cy="971161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body" idx="1"/>
          </p:nvPr>
        </p:nvSpPr>
        <p:spPr>
          <a:xfrm>
            <a:off x="18281025" y="2926087"/>
            <a:ext cx="22320587" cy="2487167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72" name="Google Shape;72;p11"/>
          <p:cNvSpPr txBox="1">
            <a:spLocks noGrp="1"/>
          </p:cNvSpPr>
          <p:nvPr>
            <p:ph type="body" idx="2"/>
          </p:nvPr>
        </p:nvSpPr>
        <p:spPr>
          <a:xfrm>
            <a:off x="3289591" y="12637690"/>
            <a:ext cx="14168482" cy="1516007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73" name="Google Shape;73;p11"/>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pic>
        <p:nvPicPr>
          <p:cNvPr id="77" name="Google Shape;77;p12"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78" name="Google Shape;78;p12"/>
          <p:cNvSpPr txBox="1">
            <a:spLocks noGrp="1"/>
          </p:cNvSpPr>
          <p:nvPr>
            <p:ph type="title"/>
          </p:nvPr>
        </p:nvSpPr>
        <p:spPr>
          <a:xfrm>
            <a:off x="3289594" y="2926080"/>
            <a:ext cx="19822165" cy="971161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a:spLocks noGrp="1"/>
          </p:cNvSpPr>
          <p:nvPr>
            <p:ph type="pic" idx="2"/>
          </p:nvPr>
        </p:nvSpPr>
        <p:spPr>
          <a:xfrm>
            <a:off x="24020498" y="2926085"/>
            <a:ext cx="14428084" cy="24871679"/>
          </a:xfrm>
          <a:prstGeom prst="roundRect">
            <a:avLst>
              <a:gd name="adj" fmla="val 4943"/>
            </a:avLst>
          </a:prstGeom>
          <a:noFill/>
          <a:ln w="82550" cap="sq" cmpd="sng">
            <a:solidFill>
              <a:srgbClr val="EAEAEA"/>
            </a:solidFill>
            <a:prstDash val="solid"/>
            <a:miter lim="800000"/>
            <a:headEnd type="none" w="sm" len="sm"/>
            <a:tailEnd type="none" w="sm" len="sm"/>
          </a:ln>
        </p:spPr>
        <p:txBody>
          <a:bodyPr spcFirstLastPara="1" wrap="square" lIns="91425" tIns="45700" rIns="91425" bIns="45700" anchor="t" anchorCtr="0">
            <a:normAutofit/>
          </a:bodyPr>
          <a:lstStyle>
            <a:lvl1pPr marR="0" lvl="0" algn="l" rtl="0">
              <a:lnSpc>
                <a:spcPct val="120000"/>
              </a:lnSpc>
              <a:spcBef>
                <a:spcPts val="4800"/>
              </a:spcBef>
              <a:spcAft>
                <a:spcPts val="0"/>
              </a:spcAft>
              <a:buClr>
                <a:schemeClr val="dk1"/>
              </a:buClr>
              <a:buSzPts val="15360"/>
              <a:buFont typeface="Arial"/>
              <a:buNone/>
              <a:defRPr sz="15360" b="0" i="0" u="none" strike="noStrike" cap="none">
                <a:solidFill>
                  <a:schemeClr val="dk1"/>
                </a:solidFill>
                <a:latin typeface="Twentieth Century"/>
                <a:ea typeface="Twentieth Century"/>
                <a:cs typeface="Twentieth Century"/>
                <a:sym typeface="Twentieth Century"/>
              </a:defRPr>
            </a:lvl1pPr>
            <a:lvl2pPr marR="0" lvl="1" algn="l" rtl="0">
              <a:lnSpc>
                <a:spcPct val="120000"/>
              </a:lnSpc>
              <a:spcBef>
                <a:spcPts val="2400"/>
              </a:spcBef>
              <a:spcAft>
                <a:spcPts val="0"/>
              </a:spcAft>
              <a:buClr>
                <a:schemeClr val="dk1"/>
              </a:buClr>
              <a:buSzPts val="13440"/>
              <a:buFont typeface="Arial"/>
              <a:buNone/>
              <a:defRPr sz="13439" b="0" i="0" u="none" strike="noStrike" cap="none">
                <a:solidFill>
                  <a:schemeClr val="dk1"/>
                </a:solidFill>
                <a:latin typeface="Twentieth Century"/>
                <a:ea typeface="Twentieth Century"/>
                <a:cs typeface="Twentieth Century"/>
                <a:sym typeface="Twentieth Century"/>
              </a:defRPr>
            </a:lvl2pPr>
            <a:lvl3pPr marR="0" lvl="2" algn="l" rtl="0">
              <a:lnSpc>
                <a:spcPct val="120000"/>
              </a:lnSpc>
              <a:spcBef>
                <a:spcPts val="2400"/>
              </a:spcBef>
              <a:spcAft>
                <a:spcPts val="0"/>
              </a:spcAft>
              <a:buClr>
                <a:schemeClr val="dk1"/>
              </a:buClr>
              <a:buSzPts val="11520"/>
              <a:buFont typeface="Arial"/>
              <a:buNone/>
              <a:defRPr sz="11520" b="0" i="0" u="none" strike="noStrike" cap="none">
                <a:solidFill>
                  <a:schemeClr val="dk1"/>
                </a:solidFill>
                <a:latin typeface="Twentieth Century"/>
                <a:ea typeface="Twentieth Century"/>
                <a:cs typeface="Twentieth Century"/>
                <a:sym typeface="Twentieth Century"/>
              </a:defRPr>
            </a:lvl3pPr>
            <a:lvl4pPr marR="0" lvl="3"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4pPr>
            <a:lvl5pPr marR="0" lvl="4"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5pPr>
            <a:lvl6pPr marR="0" lvl="5"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6pPr>
            <a:lvl7pPr marR="0" lvl="6"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7pPr>
            <a:lvl8pPr marR="0" lvl="7"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8pPr>
            <a:lvl9pPr marR="0" lvl="8"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80" name="Google Shape;80;p12"/>
          <p:cNvSpPr txBox="1">
            <a:spLocks noGrp="1"/>
          </p:cNvSpPr>
          <p:nvPr>
            <p:ph type="body" idx="1"/>
          </p:nvPr>
        </p:nvSpPr>
        <p:spPr>
          <a:xfrm>
            <a:off x="3289661" y="12637697"/>
            <a:ext cx="19822100" cy="1516006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81" name="Google Shape;81;p12"/>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4"/>
        <p:cNvGrpSpPr/>
        <p:nvPr/>
      </p:nvGrpSpPr>
      <p:grpSpPr>
        <a:xfrm>
          <a:off x="0" y="0"/>
          <a:ext cx="0" cy="0"/>
          <a:chOff x="0" y="0"/>
          <a:chExt cx="0" cy="0"/>
        </a:xfrm>
      </p:grpSpPr>
      <p:pic>
        <p:nvPicPr>
          <p:cNvPr id="85" name="Google Shape;85;p13"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86" name="Google Shape;86;p13"/>
          <p:cNvSpPr txBox="1">
            <a:spLocks noGrp="1"/>
          </p:cNvSpPr>
          <p:nvPr>
            <p:ph type="title"/>
          </p:nvPr>
        </p:nvSpPr>
        <p:spPr>
          <a:xfrm>
            <a:off x="3289661" y="20588995"/>
            <a:ext cx="37311956" cy="389572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3"/>
          <p:cNvSpPr>
            <a:spLocks noGrp="1"/>
          </p:cNvSpPr>
          <p:nvPr>
            <p:ph type="pic" idx="2"/>
          </p:nvPr>
        </p:nvSpPr>
        <p:spPr>
          <a:xfrm>
            <a:off x="4265081" y="3351653"/>
            <a:ext cx="35361116" cy="15427853"/>
          </a:xfrm>
          <a:prstGeom prst="roundRect">
            <a:avLst>
              <a:gd name="adj" fmla="val 4944"/>
            </a:avLst>
          </a:prstGeom>
          <a:noFill/>
          <a:ln w="82550" cap="sq" cmpd="sng">
            <a:solidFill>
              <a:srgbClr val="EAEAEA"/>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lnSpc>
                <a:spcPct val="120000"/>
              </a:lnSpc>
              <a:spcBef>
                <a:spcPts val="4800"/>
              </a:spcBef>
              <a:spcAft>
                <a:spcPts val="0"/>
              </a:spcAft>
              <a:buClr>
                <a:schemeClr val="dk1"/>
              </a:buClr>
              <a:buSzPts val="15360"/>
              <a:buFont typeface="Arial"/>
              <a:buNone/>
              <a:defRPr sz="15360" b="0" i="0" u="none" strike="noStrike" cap="none">
                <a:solidFill>
                  <a:schemeClr val="dk1"/>
                </a:solidFill>
                <a:latin typeface="Twentieth Century"/>
                <a:ea typeface="Twentieth Century"/>
                <a:cs typeface="Twentieth Century"/>
                <a:sym typeface="Twentieth Century"/>
              </a:defRPr>
            </a:lvl1pPr>
            <a:lvl2pPr marR="0" lvl="1" algn="l" rtl="0">
              <a:lnSpc>
                <a:spcPct val="120000"/>
              </a:lnSpc>
              <a:spcBef>
                <a:spcPts val="2400"/>
              </a:spcBef>
              <a:spcAft>
                <a:spcPts val="0"/>
              </a:spcAft>
              <a:buClr>
                <a:schemeClr val="dk1"/>
              </a:buClr>
              <a:buSzPts val="13440"/>
              <a:buFont typeface="Arial"/>
              <a:buNone/>
              <a:defRPr sz="13439" b="0" i="0" u="none" strike="noStrike" cap="none">
                <a:solidFill>
                  <a:schemeClr val="dk1"/>
                </a:solidFill>
                <a:latin typeface="Twentieth Century"/>
                <a:ea typeface="Twentieth Century"/>
                <a:cs typeface="Twentieth Century"/>
                <a:sym typeface="Twentieth Century"/>
              </a:defRPr>
            </a:lvl2pPr>
            <a:lvl3pPr marR="0" lvl="2" algn="l" rtl="0">
              <a:lnSpc>
                <a:spcPct val="120000"/>
              </a:lnSpc>
              <a:spcBef>
                <a:spcPts val="2400"/>
              </a:spcBef>
              <a:spcAft>
                <a:spcPts val="0"/>
              </a:spcAft>
              <a:buClr>
                <a:schemeClr val="dk1"/>
              </a:buClr>
              <a:buSzPts val="11520"/>
              <a:buFont typeface="Arial"/>
              <a:buNone/>
              <a:defRPr sz="11520" b="0" i="0" u="none" strike="noStrike" cap="none">
                <a:solidFill>
                  <a:schemeClr val="dk1"/>
                </a:solidFill>
                <a:latin typeface="Twentieth Century"/>
                <a:ea typeface="Twentieth Century"/>
                <a:cs typeface="Twentieth Century"/>
                <a:sym typeface="Twentieth Century"/>
              </a:defRPr>
            </a:lvl3pPr>
            <a:lvl4pPr marR="0" lvl="3"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4pPr>
            <a:lvl5pPr marR="0" lvl="4"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5pPr>
            <a:lvl6pPr marR="0" lvl="5"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6pPr>
            <a:lvl7pPr marR="0" lvl="6"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7pPr>
            <a:lvl8pPr marR="0" lvl="7"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8pPr>
            <a:lvl9pPr marR="0" lvl="8" algn="l" rtl="0">
              <a:lnSpc>
                <a:spcPct val="120000"/>
              </a:lnSpc>
              <a:spcBef>
                <a:spcPts val="2400"/>
              </a:spcBef>
              <a:spcAft>
                <a:spcPts val="0"/>
              </a:spcAft>
              <a:buClr>
                <a:schemeClr val="dk1"/>
              </a:buClr>
              <a:buSzPts val="9600"/>
              <a:buFont typeface="Arial"/>
              <a:buNone/>
              <a:defRPr sz="96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88" name="Google Shape;88;p13"/>
          <p:cNvSpPr txBox="1">
            <a:spLocks noGrp="1"/>
          </p:cNvSpPr>
          <p:nvPr>
            <p:ph type="body" idx="1"/>
          </p:nvPr>
        </p:nvSpPr>
        <p:spPr>
          <a:xfrm>
            <a:off x="3289591" y="24521894"/>
            <a:ext cx="37312028" cy="327586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89" name="Google Shape;89;p13"/>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3"/>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3"/>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2"/>
        <p:cNvGrpSpPr/>
        <p:nvPr/>
      </p:nvGrpSpPr>
      <p:grpSpPr>
        <a:xfrm>
          <a:off x="0" y="0"/>
          <a:ext cx="0" cy="0"/>
          <a:chOff x="0" y="0"/>
          <a:chExt cx="0" cy="0"/>
        </a:xfrm>
      </p:grpSpPr>
      <p:pic>
        <p:nvPicPr>
          <p:cNvPr id="93" name="Google Shape;93;p14"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94" name="Google Shape;94;p14"/>
          <p:cNvSpPr txBox="1">
            <a:spLocks noGrp="1"/>
          </p:cNvSpPr>
          <p:nvPr>
            <p:ph type="title"/>
          </p:nvPr>
        </p:nvSpPr>
        <p:spPr>
          <a:xfrm>
            <a:off x="3289591" y="2926082"/>
            <a:ext cx="37312028" cy="1645077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4"/>
          <p:cNvSpPr txBox="1">
            <a:spLocks noGrp="1"/>
          </p:cNvSpPr>
          <p:nvPr>
            <p:ph type="body" idx="1"/>
          </p:nvPr>
        </p:nvSpPr>
        <p:spPr>
          <a:xfrm>
            <a:off x="3289591" y="20183141"/>
            <a:ext cx="37312028" cy="7614624"/>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96" name="Google Shape;96;p14"/>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4"/>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4"/>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pic>
        <p:nvPicPr>
          <p:cNvPr id="100" name="Google Shape;100;p15"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01" name="Google Shape;101;p15"/>
          <p:cNvSpPr txBox="1">
            <a:spLocks noGrp="1"/>
          </p:cNvSpPr>
          <p:nvPr>
            <p:ph type="title"/>
          </p:nvPr>
        </p:nvSpPr>
        <p:spPr>
          <a:xfrm>
            <a:off x="5206363" y="4188425"/>
            <a:ext cx="33489907" cy="1310359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5"/>
          <p:cNvSpPr txBox="1">
            <a:spLocks noGrp="1"/>
          </p:cNvSpPr>
          <p:nvPr>
            <p:ph type="body" idx="1"/>
          </p:nvPr>
        </p:nvSpPr>
        <p:spPr>
          <a:xfrm>
            <a:off x="6194323" y="17328155"/>
            <a:ext cx="31508274" cy="285498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103" name="Google Shape;103;p15"/>
          <p:cNvSpPr txBox="1">
            <a:spLocks noGrp="1"/>
          </p:cNvSpPr>
          <p:nvPr>
            <p:ph type="body" idx="2"/>
          </p:nvPr>
        </p:nvSpPr>
        <p:spPr>
          <a:xfrm>
            <a:off x="3289591" y="20989428"/>
            <a:ext cx="37312028" cy="6821054"/>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104" name="Google Shape;104;p15"/>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15"/>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5"/>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
        <p:nvSpPr>
          <p:cNvPr id="107" name="Google Shape;107;p15"/>
          <p:cNvSpPr txBox="1"/>
          <p:nvPr/>
        </p:nvSpPr>
        <p:spPr>
          <a:xfrm>
            <a:off x="3540605" y="4261723"/>
            <a:ext cx="2625062" cy="2806925"/>
          </a:xfrm>
          <a:prstGeom prst="rect">
            <a:avLst/>
          </a:prstGeom>
          <a:noFill/>
          <a:ln>
            <a:noFill/>
          </a:ln>
        </p:spPr>
        <p:txBody>
          <a:bodyPr spcFirstLastPara="1" wrap="square" lIns="438900" tIns="219450" rIns="438900" bIns="219450" anchor="ctr" anchorCtr="0">
            <a:noAutofit/>
          </a:bodyPr>
          <a:lstStyle/>
          <a:p>
            <a:pPr marL="0" marR="0" lvl="0" indent="0" algn="l" rtl="0">
              <a:lnSpc>
                <a:spcPct val="100000"/>
              </a:lnSpc>
              <a:spcBef>
                <a:spcPts val="0"/>
              </a:spcBef>
              <a:spcAft>
                <a:spcPts val="0"/>
              </a:spcAft>
              <a:buClr>
                <a:schemeClr val="dk1"/>
              </a:buClr>
              <a:buSzPts val="38400"/>
              <a:buFont typeface="Twentieth Century"/>
              <a:buNone/>
            </a:pPr>
            <a:r>
              <a:rPr lang="en-US" sz="38400" b="0" i="0" u="none" strike="noStrike" cap="none">
                <a:solidFill>
                  <a:schemeClr val="dk1"/>
                </a:solidFill>
                <a:latin typeface="Twentieth Century"/>
                <a:ea typeface="Twentieth Century"/>
                <a:cs typeface="Twentieth Century"/>
                <a:sym typeface="Twentieth Century"/>
              </a:rPr>
              <a:t>“</a:t>
            </a:r>
            <a:endParaRPr sz="1400" b="0" i="0" u="none" strike="noStrike" cap="none">
              <a:solidFill>
                <a:srgbClr val="000000"/>
              </a:solidFill>
              <a:latin typeface="Arial"/>
              <a:ea typeface="Arial"/>
              <a:cs typeface="Arial"/>
              <a:sym typeface="Arial"/>
            </a:endParaRPr>
          </a:p>
        </p:txBody>
      </p:sp>
      <p:sp>
        <p:nvSpPr>
          <p:cNvPr id="108" name="Google Shape;108;p15"/>
          <p:cNvSpPr txBox="1"/>
          <p:nvPr/>
        </p:nvSpPr>
        <p:spPr>
          <a:xfrm>
            <a:off x="37680625" y="14976072"/>
            <a:ext cx="2657477" cy="2806925"/>
          </a:xfrm>
          <a:prstGeom prst="rect">
            <a:avLst/>
          </a:prstGeom>
          <a:noFill/>
          <a:ln>
            <a:noFill/>
          </a:ln>
        </p:spPr>
        <p:txBody>
          <a:bodyPr spcFirstLastPara="1" wrap="square" lIns="438900" tIns="219450" rIns="438900" bIns="219450" anchor="ctr" anchorCtr="0">
            <a:noAutofit/>
          </a:bodyPr>
          <a:lstStyle/>
          <a:p>
            <a:pPr marL="0" marR="0" lvl="0" indent="0" algn="r" rtl="0">
              <a:lnSpc>
                <a:spcPct val="100000"/>
              </a:lnSpc>
              <a:spcBef>
                <a:spcPts val="0"/>
              </a:spcBef>
              <a:spcAft>
                <a:spcPts val="0"/>
              </a:spcAft>
              <a:buClr>
                <a:schemeClr val="dk1"/>
              </a:buClr>
              <a:buSzPts val="38400"/>
              <a:buFont typeface="Twentieth Century"/>
              <a:buNone/>
            </a:pPr>
            <a:r>
              <a:rPr lang="en-US" sz="38400" b="0" i="0" u="none" strike="noStrike" cap="none">
                <a:solidFill>
                  <a:schemeClr val="dk1"/>
                </a:solidFill>
                <a:latin typeface="Twentieth Century"/>
                <a:ea typeface="Twentieth Century"/>
                <a:cs typeface="Twentieth Century"/>
                <a:sym typeface="Twentieth Century"/>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pic>
        <p:nvPicPr>
          <p:cNvPr id="110" name="Google Shape;110;p16"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11" name="Google Shape;111;p16"/>
          <p:cNvSpPr txBox="1">
            <a:spLocks noGrp="1"/>
          </p:cNvSpPr>
          <p:nvPr>
            <p:ph type="title"/>
          </p:nvPr>
        </p:nvSpPr>
        <p:spPr>
          <a:xfrm>
            <a:off x="3289591" y="10265868"/>
            <a:ext cx="37312028" cy="1205680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5360"/>
              <a:buFont typeface="Twentieth Century"/>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16"/>
          <p:cNvSpPr txBox="1">
            <a:spLocks noGrp="1"/>
          </p:cNvSpPr>
          <p:nvPr>
            <p:ph type="body" idx="1"/>
          </p:nvPr>
        </p:nvSpPr>
        <p:spPr>
          <a:xfrm>
            <a:off x="3289591" y="22379208"/>
            <a:ext cx="37312028" cy="547509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7680"/>
              <a:buNone/>
              <a:defRPr sz="7680"/>
            </a:lvl1pPr>
            <a:lvl2pPr marL="914400" lvl="1" indent="-228600" algn="l">
              <a:lnSpc>
                <a:spcPct val="120000"/>
              </a:lnSpc>
              <a:spcBef>
                <a:spcPts val="2400"/>
              </a:spcBef>
              <a:spcAft>
                <a:spcPts val="0"/>
              </a:spcAft>
              <a:buSzPts val="6720"/>
              <a:buNone/>
              <a:defRPr sz="6719"/>
            </a:lvl2pPr>
            <a:lvl3pPr marL="1371600" lvl="2" indent="-228600" algn="l">
              <a:lnSpc>
                <a:spcPct val="120000"/>
              </a:lnSpc>
              <a:spcBef>
                <a:spcPts val="2400"/>
              </a:spcBef>
              <a:spcAft>
                <a:spcPts val="0"/>
              </a:spcAft>
              <a:buSzPts val="5760"/>
              <a:buNone/>
              <a:defRPr sz="5760"/>
            </a:lvl3pPr>
            <a:lvl4pPr marL="1828800" lvl="3" indent="-228600" algn="l">
              <a:lnSpc>
                <a:spcPct val="120000"/>
              </a:lnSpc>
              <a:spcBef>
                <a:spcPts val="2400"/>
              </a:spcBef>
              <a:spcAft>
                <a:spcPts val="0"/>
              </a:spcAft>
              <a:buSzPts val="4800"/>
              <a:buNone/>
              <a:defRPr sz="4800"/>
            </a:lvl4pPr>
            <a:lvl5pPr marL="2286000" lvl="4" indent="-228600" algn="l">
              <a:lnSpc>
                <a:spcPct val="120000"/>
              </a:lnSpc>
              <a:spcBef>
                <a:spcPts val="2400"/>
              </a:spcBef>
              <a:spcAft>
                <a:spcPts val="0"/>
              </a:spcAft>
              <a:buSzPts val="4800"/>
              <a:buNone/>
              <a:defRPr sz="4800"/>
            </a:lvl5pPr>
            <a:lvl6pPr marL="2743200" lvl="5" indent="-228600" algn="l">
              <a:lnSpc>
                <a:spcPct val="120000"/>
              </a:lnSpc>
              <a:spcBef>
                <a:spcPts val="2400"/>
              </a:spcBef>
              <a:spcAft>
                <a:spcPts val="0"/>
              </a:spcAft>
              <a:buSzPts val="4800"/>
              <a:buNone/>
              <a:defRPr sz="4800"/>
            </a:lvl6pPr>
            <a:lvl7pPr marL="3200400" lvl="6" indent="-228600" algn="l">
              <a:lnSpc>
                <a:spcPct val="120000"/>
              </a:lnSpc>
              <a:spcBef>
                <a:spcPts val="2400"/>
              </a:spcBef>
              <a:spcAft>
                <a:spcPts val="0"/>
              </a:spcAft>
              <a:buSzPts val="4800"/>
              <a:buNone/>
              <a:defRPr sz="4800"/>
            </a:lvl7pPr>
            <a:lvl8pPr marL="3657600" lvl="7" indent="-228600" algn="l">
              <a:lnSpc>
                <a:spcPct val="120000"/>
              </a:lnSpc>
              <a:spcBef>
                <a:spcPts val="2400"/>
              </a:spcBef>
              <a:spcAft>
                <a:spcPts val="0"/>
              </a:spcAft>
              <a:buSzPts val="4800"/>
              <a:buNone/>
              <a:defRPr sz="4800"/>
            </a:lvl8pPr>
            <a:lvl9pPr marL="4114800" lvl="8" indent="-228600" algn="l">
              <a:lnSpc>
                <a:spcPct val="120000"/>
              </a:lnSpc>
              <a:spcBef>
                <a:spcPts val="2400"/>
              </a:spcBef>
              <a:spcAft>
                <a:spcPts val="0"/>
              </a:spcAft>
              <a:buSzPts val="4800"/>
              <a:buNone/>
              <a:defRPr sz="4800"/>
            </a:lvl9pPr>
          </a:lstStyle>
          <a:p>
            <a:endParaRPr/>
          </a:p>
        </p:txBody>
      </p:sp>
      <p:sp>
        <p:nvSpPr>
          <p:cNvPr id="113" name="Google Shape;113;p16"/>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6"/>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16"/>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16"/>
        <p:cNvGrpSpPr/>
        <p:nvPr/>
      </p:nvGrpSpPr>
      <p:grpSpPr>
        <a:xfrm>
          <a:off x="0" y="0"/>
          <a:ext cx="0" cy="0"/>
          <a:chOff x="0" y="0"/>
          <a:chExt cx="0" cy="0"/>
        </a:xfrm>
      </p:grpSpPr>
      <p:pic>
        <p:nvPicPr>
          <p:cNvPr id="117" name="Google Shape;117;p17"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18" name="Google Shape;118;p17"/>
          <p:cNvSpPr txBox="1">
            <a:spLocks noGrp="1"/>
          </p:cNvSpPr>
          <p:nvPr>
            <p:ph type="title"/>
          </p:nvPr>
        </p:nvSpPr>
        <p:spPr>
          <a:xfrm>
            <a:off x="3289591" y="2926080"/>
            <a:ext cx="37312028" cy="770445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17"/>
          <p:cNvSpPr txBox="1">
            <a:spLocks noGrp="1"/>
          </p:cNvSpPr>
          <p:nvPr>
            <p:ph type="body" idx="1"/>
          </p:nvPr>
        </p:nvSpPr>
        <p:spPr>
          <a:xfrm>
            <a:off x="3289589" y="11362046"/>
            <a:ext cx="11876314"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1520"/>
              <a:buNone/>
              <a:defRPr sz="1152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20" name="Google Shape;120;p17"/>
          <p:cNvSpPr txBox="1">
            <a:spLocks noGrp="1"/>
          </p:cNvSpPr>
          <p:nvPr>
            <p:ph type="body" idx="2"/>
          </p:nvPr>
        </p:nvSpPr>
        <p:spPr>
          <a:xfrm>
            <a:off x="3289589" y="14128111"/>
            <a:ext cx="11876314" cy="1366965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21" name="Google Shape;121;p17"/>
          <p:cNvSpPr txBox="1">
            <a:spLocks noGrp="1"/>
          </p:cNvSpPr>
          <p:nvPr>
            <p:ph type="body" idx="3"/>
          </p:nvPr>
        </p:nvSpPr>
        <p:spPr>
          <a:xfrm>
            <a:off x="16028605" y="11362046"/>
            <a:ext cx="11849477"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1520"/>
              <a:buNone/>
              <a:defRPr sz="1152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22" name="Google Shape;122;p17"/>
          <p:cNvSpPr txBox="1">
            <a:spLocks noGrp="1"/>
          </p:cNvSpPr>
          <p:nvPr>
            <p:ph type="body" idx="4"/>
          </p:nvPr>
        </p:nvSpPr>
        <p:spPr>
          <a:xfrm>
            <a:off x="15988859" y="14128111"/>
            <a:ext cx="11892062" cy="1366965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23" name="Google Shape;123;p17"/>
          <p:cNvSpPr txBox="1">
            <a:spLocks noGrp="1"/>
          </p:cNvSpPr>
          <p:nvPr>
            <p:ph type="body" idx="5"/>
          </p:nvPr>
        </p:nvSpPr>
        <p:spPr>
          <a:xfrm>
            <a:off x="28703875" y="11362046"/>
            <a:ext cx="11897741"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1520"/>
              <a:buNone/>
              <a:defRPr sz="1152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24" name="Google Shape;124;p17"/>
          <p:cNvSpPr txBox="1">
            <a:spLocks noGrp="1"/>
          </p:cNvSpPr>
          <p:nvPr>
            <p:ph type="body" idx="6"/>
          </p:nvPr>
        </p:nvSpPr>
        <p:spPr>
          <a:xfrm>
            <a:off x="28703875" y="14128111"/>
            <a:ext cx="11897741" cy="1366965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25" name="Google Shape;125;p17"/>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17"/>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7"/>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28"/>
        <p:cNvGrpSpPr/>
        <p:nvPr/>
      </p:nvGrpSpPr>
      <p:grpSpPr>
        <a:xfrm>
          <a:off x="0" y="0"/>
          <a:ext cx="0" cy="0"/>
          <a:chOff x="0" y="0"/>
          <a:chExt cx="0" cy="0"/>
        </a:xfrm>
      </p:grpSpPr>
      <p:pic>
        <p:nvPicPr>
          <p:cNvPr id="129" name="Google Shape;129;p18"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30" name="Google Shape;130;p18"/>
          <p:cNvSpPr txBox="1">
            <a:spLocks noGrp="1"/>
          </p:cNvSpPr>
          <p:nvPr>
            <p:ph type="title"/>
          </p:nvPr>
        </p:nvSpPr>
        <p:spPr>
          <a:xfrm>
            <a:off x="3289591" y="2931705"/>
            <a:ext cx="37312028" cy="769882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8"/>
          <p:cNvSpPr txBox="1">
            <a:spLocks noGrp="1"/>
          </p:cNvSpPr>
          <p:nvPr>
            <p:ph type="body" idx="1"/>
          </p:nvPr>
        </p:nvSpPr>
        <p:spPr>
          <a:xfrm>
            <a:off x="3289591" y="20183136"/>
            <a:ext cx="11867074"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0560"/>
              <a:buNone/>
              <a:defRPr sz="1056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32" name="Google Shape;132;p18"/>
          <p:cNvSpPr>
            <a:spLocks noGrp="1"/>
          </p:cNvSpPr>
          <p:nvPr>
            <p:ph type="pic" idx="2"/>
          </p:nvPr>
        </p:nvSpPr>
        <p:spPr>
          <a:xfrm>
            <a:off x="3289591" y="11362046"/>
            <a:ext cx="11867074" cy="7315200"/>
          </a:xfrm>
          <a:prstGeom prst="roundRect">
            <a:avLst>
              <a:gd name="adj" fmla="val 9363"/>
            </a:avLst>
          </a:prstGeom>
          <a:noFill/>
          <a:ln w="82550" cap="sq" cmpd="sng">
            <a:solidFill>
              <a:srgbClr val="EAEAEA"/>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lnSpc>
                <a:spcPct val="120000"/>
              </a:lnSpc>
              <a:spcBef>
                <a:spcPts val="48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1pPr>
            <a:lvl2pPr marR="0" lvl="1"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2pPr>
            <a:lvl3pPr marR="0" lvl="2"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3pPr>
            <a:lvl4pPr marR="0" lvl="3"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4pPr>
            <a:lvl5pPr marR="0" lvl="4"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5pPr>
            <a:lvl6pPr marR="0" lvl="5"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6pPr>
            <a:lvl7pPr marR="0" lvl="6"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7pPr>
            <a:lvl8pPr marR="0" lvl="7"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8pPr>
            <a:lvl9pPr marR="0" lvl="8"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3" name="Google Shape;133;p18"/>
          <p:cNvSpPr txBox="1">
            <a:spLocks noGrp="1"/>
          </p:cNvSpPr>
          <p:nvPr>
            <p:ph type="body" idx="3"/>
          </p:nvPr>
        </p:nvSpPr>
        <p:spPr>
          <a:xfrm>
            <a:off x="3289591" y="22949194"/>
            <a:ext cx="11867074" cy="484856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34" name="Google Shape;134;p18"/>
          <p:cNvSpPr txBox="1">
            <a:spLocks noGrp="1"/>
          </p:cNvSpPr>
          <p:nvPr>
            <p:ph type="body" idx="4"/>
          </p:nvPr>
        </p:nvSpPr>
        <p:spPr>
          <a:xfrm>
            <a:off x="15993934" y="20183136"/>
            <a:ext cx="11886581"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0560"/>
              <a:buNone/>
              <a:defRPr sz="1056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35" name="Google Shape;135;p18"/>
          <p:cNvSpPr>
            <a:spLocks noGrp="1"/>
          </p:cNvSpPr>
          <p:nvPr>
            <p:ph type="pic" idx="5"/>
          </p:nvPr>
        </p:nvSpPr>
        <p:spPr>
          <a:xfrm>
            <a:off x="15988853" y="11362046"/>
            <a:ext cx="11892067" cy="7315200"/>
          </a:xfrm>
          <a:prstGeom prst="roundRect">
            <a:avLst>
              <a:gd name="adj" fmla="val 8841"/>
            </a:avLst>
          </a:prstGeom>
          <a:noFill/>
          <a:ln w="82550" cap="sq" cmpd="sng">
            <a:solidFill>
              <a:srgbClr val="EAEAEA"/>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lnSpc>
                <a:spcPct val="120000"/>
              </a:lnSpc>
              <a:spcBef>
                <a:spcPts val="48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1pPr>
            <a:lvl2pPr marR="0" lvl="1"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2pPr>
            <a:lvl3pPr marR="0" lvl="2"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3pPr>
            <a:lvl4pPr marR="0" lvl="3"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4pPr>
            <a:lvl5pPr marR="0" lvl="4"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5pPr>
            <a:lvl6pPr marR="0" lvl="5"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6pPr>
            <a:lvl7pPr marR="0" lvl="6"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7pPr>
            <a:lvl8pPr marR="0" lvl="7"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8pPr>
            <a:lvl9pPr marR="0" lvl="8"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6" name="Google Shape;136;p18"/>
          <p:cNvSpPr txBox="1">
            <a:spLocks noGrp="1"/>
          </p:cNvSpPr>
          <p:nvPr>
            <p:ph type="body" idx="6"/>
          </p:nvPr>
        </p:nvSpPr>
        <p:spPr>
          <a:xfrm>
            <a:off x="15988853" y="22949191"/>
            <a:ext cx="11892067" cy="484857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37" name="Google Shape;137;p18"/>
          <p:cNvSpPr txBox="1">
            <a:spLocks noGrp="1"/>
          </p:cNvSpPr>
          <p:nvPr>
            <p:ph type="body" idx="7"/>
          </p:nvPr>
        </p:nvSpPr>
        <p:spPr>
          <a:xfrm>
            <a:off x="28703878" y="20183136"/>
            <a:ext cx="11882453" cy="2766058"/>
          </a:xfrm>
          <a:prstGeom prst="rect">
            <a:avLst/>
          </a:prstGeom>
          <a:noFill/>
          <a:ln>
            <a:noFill/>
          </a:ln>
        </p:spPr>
        <p:txBody>
          <a:bodyPr spcFirstLastPara="1" wrap="square" lIns="91425" tIns="45700" rIns="91425" bIns="45700" anchor="b" anchorCtr="0">
            <a:noAutofit/>
          </a:bodyPr>
          <a:lstStyle>
            <a:lvl1pPr marL="457200" lvl="0" indent="-228600" algn="ctr">
              <a:lnSpc>
                <a:spcPct val="75000"/>
              </a:lnSpc>
              <a:spcBef>
                <a:spcPts val="4800"/>
              </a:spcBef>
              <a:spcAft>
                <a:spcPts val="0"/>
              </a:spcAft>
              <a:buSzPts val="10560"/>
              <a:buNone/>
              <a:defRPr sz="10560" b="0">
                <a:solidFill>
                  <a:schemeClr val="dk1"/>
                </a:solidFill>
              </a:defRPr>
            </a:lvl1pPr>
            <a:lvl2pPr marL="914400" lvl="1" indent="-228600" algn="l">
              <a:lnSpc>
                <a:spcPct val="120000"/>
              </a:lnSpc>
              <a:spcBef>
                <a:spcPts val="2400"/>
              </a:spcBef>
              <a:spcAft>
                <a:spcPts val="0"/>
              </a:spcAft>
              <a:buSzPts val="9600"/>
              <a:buNone/>
              <a:defRPr sz="9600" b="1"/>
            </a:lvl2pPr>
            <a:lvl3pPr marL="1371600" lvl="2" indent="-228600" algn="l">
              <a:lnSpc>
                <a:spcPct val="120000"/>
              </a:lnSpc>
              <a:spcBef>
                <a:spcPts val="2400"/>
              </a:spcBef>
              <a:spcAft>
                <a:spcPts val="0"/>
              </a:spcAft>
              <a:buSzPts val="8640"/>
              <a:buNone/>
              <a:defRPr sz="8640" b="1"/>
            </a:lvl3pPr>
            <a:lvl4pPr marL="1828800" lvl="3" indent="-228600" algn="l">
              <a:lnSpc>
                <a:spcPct val="120000"/>
              </a:lnSpc>
              <a:spcBef>
                <a:spcPts val="2400"/>
              </a:spcBef>
              <a:spcAft>
                <a:spcPts val="0"/>
              </a:spcAft>
              <a:buSzPts val="7680"/>
              <a:buNone/>
              <a:defRPr sz="7680" b="1"/>
            </a:lvl4pPr>
            <a:lvl5pPr marL="2286000" lvl="4" indent="-228600" algn="l">
              <a:lnSpc>
                <a:spcPct val="120000"/>
              </a:lnSpc>
              <a:spcBef>
                <a:spcPts val="2400"/>
              </a:spcBef>
              <a:spcAft>
                <a:spcPts val="0"/>
              </a:spcAft>
              <a:buSzPts val="7680"/>
              <a:buNone/>
              <a:defRPr sz="7680" b="1"/>
            </a:lvl5pPr>
            <a:lvl6pPr marL="2743200" lvl="5" indent="-228600" algn="l">
              <a:lnSpc>
                <a:spcPct val="120000"/>
              </a:lnSpc>
              <a:spcBef>
                <a:spcPts val="2400"/>
              </a:spcBef>
              <a:spcAft>
                <a:spcPts val="0"/>
              </a:spcAft>
              <a:buSzPts val="7680"/>
              <a:buNone/>
              <a:defRPr sz="7680" b="1"/>
            </a:lvl6pPr>
            <a:lvl7pPr marL="3200400" lvl="6" indent="-228600" algn="l">
              <a:lnSpc>
                <a:spcPct val="120000"/>
              </a:lnSpc>
              <a:spcBef>
                <a:spcPts val="2400"/>
              </a:spcBef>
              <a:spcAft>
                <a:spcPts val="0"/>
              </a:spcAft>
              <a:buSzPts val="7680"/>
              <a:buNone/>
              <a:defRPr sz="7680" b="1"/>
            </a:lvl7pPr>
            <a:lvl8pPr marL="3657600" lvl="7" indent="-228600" algn="l">
              <a:lnSpc>
                <a:spcPct val="120000"/>
              </a:lnSpc>
              <a:spcBef>
                <a:spcPts val="2400"/>
              </a:spcBef>
              <a:spcAft>
                <a:spcPts val="0"/>
              </a:spcAft>
              <a:buSzPts val="7680"/>
              <a:buNone/>
              <a:defRPr sz="7680" b="1"/>
            </a:lvl8pPr>
            <a:lvl9pPr marL="4114800" lvl="8" indent="-228600" algn="l">
              <a:lnSpc>
                <a:spcPct val="120000"/>
              </a:lnSpc>
              <a:spcBef>
                <a:spcPts val="2400"/>
              </a:spcBef>
              <a:spcAft>
                <a:spcPts val="0"/>
              </a:spcAft>
              <a:buSzPts val="7680"/>
              <a:buNone/>
              <a:defRPr sz="7680" b="1"/>
            </a:lvl9pPr>
          </a:lstStyle>
          <a:p>
            <a:endParaRPr/>
          </a:p>
        </p:txBody>
      </p:sp>
      <p:sp>
        <p:nvSpPr>
          <p:cNvPr id="138" name="Google Shape;138;p18"/>
          <p:cNvSpPr>
            <a:spLocks noGrp="1"/>
          </p:cNvSpPr>
          <p:nvPr>
            <p:ph type="pic" idx="8"/>
          </p:nvPr>
        </p:nvSpPr>
        <p:spPr>
          <a:xfrm>
            <a:off x="28703875" y="11362046"/>
            <a:ext cx="11897741" cy="7315200"/>
          </a:xfrm>
          <a:prstGeom prst="roundRect">
            <a:avLst>
              <a:gd name="adj" fmla="val 8841"/>
            </a:avLst>
          </a:prstGeom>
          <a:noFill/>
          <a:ln w="82550" cap="sq" cmpd="sng">
            <a:solidFill>
              <a:srgbClr val="EAEAEA"/>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lnSpc>
                <a:spcPct val="120000"/>
              </a:lnSpc>
              <a:spcBef>
                <a:spcPts val="48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1pPr>
            <a:lvl2pPr marR="0" lvl="1"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2pPr>
            <a:lvl3pPr marR="0" lvl="2"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3pPr>
            <a:lvl4pPr marR="0" lvl="3"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4pPr>
            <a:lvl5pPr marR="0" lvl="4"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5pPr>
            <a:lvl6pPr marR="0" lvl="5"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6pPr>
            <a:lvl7pPr marR="0" lvl="6"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7pPr>
            <a:lvl8pPr marR="0" lvl="7"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8pPr>
            <a:lvl9pPr marR="0" lvl="8" algn="l" rtl="0">
              <a:lnSpc>
                <a:spcPct val="120000"/>
              </a:lnSpc>
              <a:spcBef>
                <a:spcPts val="2400"/>
              </a:spcBef>
              <a:spcAft>
                <a:spcPts val="0"/>
              </a:spcAft>
              <a:buClr>
                <a:schemeClr val="dk1"/>
              </a:buClr>
              <a:buSzPts val="7680"/>
              <a:buFont typeface="Arial"/>
              <a:buNone/>
              <a:defRPr sz="768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9" name="Google Shape;139;p18"/>
          <p:cNvSpPr txBox="1">
            <a:spLocks noGrp="1"/>
          </p:cNvSpPr>
          <p:nvPr>
            <p:ph type="body" idx="9"/>
          </p:nvPr>
        </p:nvSpPr>
        <p:spPr>
          <a:xfrm>
            <a:off x="28703425" y="22949181"/>
            <a:ext cx="11898192" cy="484858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4800"/>
              </a:spcBef>
              <a:spcAft>
                <a:spcPts val="0"/>
              </a:spcAft>
              <a:buSzPts val="6720"/>
              <a:buNone/>
              <a:defRPr sz="6719"/>
            </a:lvl1pPr>
            <a:lvl2pPr marL="914400" lvl="1" indent="-228600" algn="l">
              <a:lnSpc>
                <a:spcPct val="120000"/>
              </a:lnSpc>
              <a:spcBef>
                <a:spcPts val="2400"/>
              </a:spcBef>
              <a:spcAft>
                <a:spcPts val="0"/>
              </a:spcAft>
              <a:buSzPts val="5760"/>
              <a:buNone/>
              <a:defRPr sz="5760"/>
            </a:lvl2pPr>
            <a:lvl3pPr marL="1371600" lvl="2" indent="-228600" algn="l">
              <a:lnSpc>
                <a:spcPct val="120000"/>
              </a:lnSpc>
              <a:spcBef>
                <a:spcPts val="2400"/>
              </a:spcBef>
              <a:spcAft>
                <a:spcPts val="0"/>
              </a:spcAft>
              <a:buSzPts val="4800"/>
              <a:buNone/>
              <a:defRPr sz="4800"/>
            </a:lvl3pPr>
            <a:lvl4pPr marL="1828800" lvl="3" indent="-228600" algn="l">
              <a:lnSpc>
                <a:spcPct val="120000"/>
              </a:lnSpc>
              <a:spcBef>
                <a:spcPts val="2400"/>
              </a:spcBef>
              <a:spcAft>
                <a:spcPts val="0"/>
              </a:spcAft>
              <a:buSzPts val="4320"/>
              <a:buNone/>
              <a:defRPr sz="4320"/>
            </a:lvl4pPr>
            <a:lvl5pPr marL="2286000" lvl="4" indent="-228600" algn="l">
              <a:lnSpc>
                <a:spcPct val="120000"/>
              </a:lnSpc>
              <a:spcBef>
                <a:spcPts val="2400"/>
              </a:spcBef>
              <a:spcAft>
                <a:spcPts val="0"/>
              </a:spcAft>
              <a:buSzPts val="4320"/>
              <a:buNone/>
              <a:defRPr sz="4320"/>
            </a:lvl5pPr>
            <a:lvl6pPr marL="2743200" lvl="5" indent="-228600" algn="l">
              <a:lnSpc>
                <a:spcPct val="120000"/>
              </a:lnSpc>
              <a:spcBef>
                <a:spcPts val="2400"/>
              </a:spcBef>
              <a:spcAft>
                <a:spcPts val="0"/>
              </a:spcAft>
              <a:buSzPts val="4320"/>
              <a:buNone/>
              <a:defRPr sz="4320"/>
            </a:lvl6pPr>
            <a:lvl7pPr marL="3200400" lvl="6" indent="-228600" algn="l">
              <a:lnSpc>
                <a:spcPct val="120000"/>
              </a:lnSpc>
              <a:spcBef>
                <a:spcPts val="2400"/>
              </a:spcBef>
              <a:spcAft>
                <a:spcPts val="0"/>
              </a:spcAft>
              <a:buSzPts val="4320"/>
              <a:buNone/>
              <a:defRPr sz="4320"/>
            </a:lvl7pPr>
            <a:lvl8pPr marL="3657600" lvl="7" indent="-228600" algn="l">
              <a:lnSpc>
                <a:spcPct val="120000"/>
              </a:lnSpc>
              <a:spcBef>
                <a:spcPts val="2400"/>
              </a:spcBef>
              <a:spcAft>
                <a:spcPts val="0"/>
              </a:spcAft>
              <a:buSzPts val="4320"/>
              <a:buNone/>
              <a:defRPr sz="4320"/>
            </a:lvl8pPr>
            <a:lvl9pPr marL="4114800" lvl="8" indent="-228600" algn="l">
              <a:lnSpc>
                <a:spcPct val="120000"/>
              </a:lnSpc>
              <a:spcBef>
                <a:spcPts val="2400"/>
              </a:spcBef>
              <a:spcAft>
                <a:spcPts val="0"/>
              </a:spcAft>
              <a:buSzPts val="4320"/>
              <a:buNone/>
              <a:defRPr sz="4320"/>
            </a:lvl9pPr>
          </a:lstStyle>
          <a:p>
            <a:endParaRPr/>
          </a:p>
        </p:txBody>
      </p:sp>
      <p:sp>
        <p:nvSpPr>
          <p:cNvPr id="140" name="Google Shape;140;p18"/>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18"/>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18"/>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pic>
        <p:nvPicPr>
          <p:cNvPr id="144" name="Google Shape;144;p19"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45" name="Google Shape;145;p19"/>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19"/>
          <p:cNvSpPr txBox="1">
            <a:spLocks noGrp="1"/>
          </p:cNvSpPr>
          <p:nvPr>
            <p:ph type="body" idx="1"/>
          </p:nvPr>
        </p:nvSpPr>
        <p:spPr>
          <a:xfrm rot="5400000">
            <a:off x="13727748" y="923896"/>
            <a:ext cx="16435714" cy="3731202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147" name="Google Shape;147;p19"/>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9"/>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19"/>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0"/>
        <p:cNvGrpSpPr/>
        <p:nvPr/>
      </p:nvGrpSpPr>
      <p:grpSpPr>
        <a:xfrm>
          <a:off x="0" y="0"/>
          <a:ext cx="0" cy="0"/>
          <a:chOff x="0" y="0"/>
          <a:chExt cx="0" cy="0"/>
        </a:xfrm>
      </p:grpSpPr>
      <p:pic>
        <p:nvPicPr>
          <p:cNvPr id="151" name="Google Shape;151;p20" descr="Droplets-SD-Content-R1d.png"/>
          <p:cNvPicPr preferRelativeResize="0"/>
          <p:nvPr/>
        </p:nvPicPr>
        <p:blipFill rotWithShape="1">
          <a:blip r:embed="rId2">
            <a:alphaModFix/>
          </a:blip>
          <a:srcRect/>
          <a:stretch/>
        </p:blipFill>
        <p:spPr>
          <a:xfrm>
            <a:off x="0" y="0"/>
            <a:ext cx="43891198" cy="32918399"/>
          </a:xfrm>
          <a:prstGeom prst="rect">
            <a:avLst/>
          </a:prstGeom>
          <a:noFill/>
          <a:ln>
            <a:noFill/>
          </a:ln>
        </p:spPr>
      </p:pic>
      <p:sp>
        <p:nvSpPr>
          <p:cNvPr id="152" name="Google Shape;152;p20"/>
          <p:cNvSpPr txBox="1">
            <a:spLocks noGrp="1"/>
          </p:cNvSpPr>
          <p:nvPr>
            <p:ph type="title"/>
          </p:nvPr>
        </p:nvSpPr>
        <p:spPr>
          <a:xfrm rot="5400000">
            <a:off x="23569794" y="10765941"/>
            <a:ext cx="24871674" cy="91919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7280"/>
              <a:buFont typeface="Twentieth Centur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20"/>
          <p:cNvSpPr txBox="1">
            <a:spLocks noGrp="1"/>
          </p:cNvSpPr>
          <p:nvPr>
            <p:ph type="body" idx="1"/>
          </p:nvPr>
        </p:nvSpPr>
        <p:spPr>
          <a:xfrm rot="5400000">
            <a:off x="4639457" y="1576226"/>
            <a:ext cx="24871674" cy="2757140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4800"/>
              </a:spcBef>
              <a:spcAft>
                <a:spcPts val="0"/>
              </a:spcAft>
              <a:buSzPts val="1800"/>
              <a:buChar char="•"/>
              <a:defRPr/>
            </a:lvl1pPr>
            <a:lvl2pPr marL="914400" lvl="1" indent="-342900" algn="l">
              <a:lnSpc>
                <a:spcPct val="120000"/>
              </a:lnSpc>
              <a:spcBef>
                <a:spcPts val="2400"/>
              </a:spcBef>
              <a:spcAft>
                <a:spcPts val="0"/>
              </a:spcAft>
              <a:buSzPts val="1800"/>
              <a:buChar char="•"/>
              <a:defRPr/>
            </a:lvl2pPr>
            <a:lvl3pPr marL="1371600" lvl="2" indent="-342900" algn="l">
              <a:lnSpc>
                <a:spcPct val="120000"/>
              </a:lnSpc>
              <a:spcBef>
                <a:spcPts val="2400"/>
              </a:spcBef>
              <a:spcAft>
                <a:spcPts val="0"/>
              </a:spcAft>
              <a:buSzPts val="1800"/>
              <a:buChar char="•"/>
              <a:defRPr/>
            </a:lvl3pPr>
            <a:lvl4pPr marL="1828800" lvl="3" indent="-342900" algn="l">
              <a:lnSpc>
                <a:spcPct val="120000"/>
              </a:lnSpc>
              <a:spcBef>
                <a:spcPts val="2400"/>
              </a:spcBef>
              <a:spcAft>
                <a:spcPts val="0"/>
              </a:spcAft>
              <a:buSzPts val="1800"/>
              <a:buChar char="•"/>
              <a:defRPr/>
            </a:lvl4pPr>
            <a:lvl5pPr marL="2286000" lvl="4" indent="-342900" algn="l">
              <a:lnSpc>
                <a:spcPct val="120000"/>
              </a:lnSpc>
              <a:spcBef>
                <a:spcPts val="2400"/>
              </a:spcBef>
              <a:spcAft>
                <a:spcPts val="0"/>
              </a:spcAft>
              <a:buSzPts val="1800"/>
              <a:buChar char="•"/>
              <a:defRPr/>
            </a:lvl5pPr>
            <a:lvl6pPr marL="2743200" lvl="5" indent="-342900" algn="l">
              <a:lnSpc>
                <a:spcPct val="120000"/>
              </a:lnSpc>
              <a:spcBef>
                <a:spcPts val="2400"/>
              </a:spcBef>
              <a:spcAft>
                <a:spcPts val="0"/>
              </a:spcAft>
              <a:buSzPts val="1800"/>
              <a:buChar char="•"/>
              <a:defRPr/>
            </a:lvl6pPr>
            <a:lvl7pPr marL="3200400" lvl="6" indent="-342900" algn="l">
              <a:lnSpc>
                <a:spcPct val="120000"/>
              </a:lnSpc>
              <a:spcBef>
                <a:spcPts val="2400"/>
              </a:spcBef>
              <a:spcAft>
                <a:spcPts val="0"/>
              </a:spcAft>
              <a:buSzPts val="1800"/>
              <a:buChar char="•"/>
              <a:defRPr/>
            </a:lvl7pPr>
            <a:lvl8pPr marL="3657600" lvl="7" indent="-342900" algn="l">
              <a:lnSpc>
                <a:spcPct val="120000"/>
              </a:lnSpc>
              <a:spcBef>
                <a:spcPts val="2400"/>
              </a:spcBef>
              <a:spcAft>
                <a:spcPts val="0"/>
              </a:spcAft>
              <a:buSzPts val="1800"/>
              <a:buChar char="•"/>
              <a:defRPr/>
            </a:lvl8pPr>
            <a:lvl9pPr marL="4114800" lvl="8" indent="-342900" algn="l">
              <a:lnSpc>
                <a:spcPct val="120000"/>
              </a:lnSpc>
              <a:spcBef>
                <a:spcPts val="2400"/>
              </a:spcBef>
              <a:spcAft>
                <a:spcPts val="0"/>
              </a:spcAft>
              <a:buSzPts val="1800"/>
              <a:buChar char="•"/>
              <a:defRPr/>
            </a:lvl9pPr>
          </a:lstStyle>
          <a:p>
            <a:endParaRPr/>
          </a:p>
        </p:txBody>
      </p:sp>
      <p:sp>
        <p:nvSpPr>
          <p:cNvPr id="154" name="Google Shape;154;p20"/>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20"/>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20"/>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100000">
              <a:srgbClr val="B7B7B7"/>
            </a:gs>
          </a:gsLst>
          <a:lin ang="5400000" scaled="0"/>
        </a:gradFill>
        <a:effectLst/>
      </p:bgPr>
    </p:bg>
    <p:spTree>
      <p:nvGrpSpPr>
        <p:cNvPr id="1" name="Shape 5"/>
        <p:cNvGrpSpPr/>
        <p:nvPr/>
      </p:nvGrpSpPr>
      <p:grpSpPr>
        <a:xfrm>
          <a:off x="0" y="0"/>
          <a:ext cx="0" cy="0"/>
          <a:chOff x="0" y="0"/>
          <a:chExt cx="0" cy="0"/>
        </a:xfrm>
      </p:grpSpPr>
      <p:pic>
        <p:nvPicPr>
          <p:cNvPr id="6" name="Google Shape;6;p2" descr="\\DROBO-FS\QuickDrops\JB\PPTX NG\Droplets\LightingOverlay.png"/>
          <p:cNvPicPr preferRelativeResize="0"/>
          <p:nvPr/>
        </p:nvPicPr>
        <p:blipFill rotWithShape="1">
          <a:blip r:embed="rId20">
            <a:alphaModFix/>
          </a:blip>
          <a:srcRect/>
          <a:stretch/>
        </p:blipFill>
        <p:spPr>
          <a:xfrm>
            <a:off x="5" y="-3"/>
            <a:ext cx="43891210" cy="32918405"/>
          </a:xfrm>
          <a:prstGeom prst="rect">
            <a:avLst/>
          </a:prstGeom>
          <a:noFill/>
          <a:ln>
            <a:noFill/>
          </a:ln>
        </p:spPr>
      </p:pic>
      <p:sp>
        <p:nvSpPr>
          <p:cNvPr id="7" name="Google Shape;7;p2"/>
          <p:cNvSpPr txBox="1">
            <a:spLocks noGrp="1"/>
          </p:cNvSpPr>
          <p:nvPr>
            <p:ph type="title"/>
          </p:nvPr>
        </p:nvSpPr>
        <p:spPr>
          <a:xfrm>
            <a:off x="3289594" y="2968889"/>
            <a:ext cx="37312022" cy="7661650"/>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17280"/>
              <a:buFont typeface="Twentieth Century"/>
              <a:buNone/>
              <a:defRPr sz="1728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2"/>
          <p:cNvSpPr txBox="1">
            <a:spLocks noGrp="1"/>
          </p:cNvSpPr>
          <p:nvPr>
            <p:ph type="body" idx="1"/>
          </p:nvPr>
        </p:nvSpPr>
        <p:spPr>
          <a:xfrm>
            <a:off x="3289591" y="11362053"/>
            <a:ext cx="37312028" cy="16435714"/>
          </a:xfrm>
          <a:prstGeom prst="rect">
            <a:avLst/>
          </a:prstGeom>
          <a:noFill/>
          <a:ln>
            <a:noFill/>
          </a:ln>
        </p:spPr>
        <p:txBody>
          <a:bodyPr spcFirstLastPara="1" wrap="square" lIns="91425" tIns="45700" rIns="91425" bIns="45700" anchor="t" anchorCtr="0">
            <a:normAutofit/>
          </a:bodyPr>
          <a:lstStyle>
            <a:lvl1pPr marL="457200" marR="0" lvl="0" indent="-838200" algn="l" rtl="0">
              <a:lnSpc>
                <a:spcPct val="120000"/>
              </a:lnSpc>
              <a:spcBef>
                <a:spcPts val="4800"/>
              </a:spcBef>
              <a:spcAft>
                <a:spcPts val="0"/>
              </a:spcAft>
              <a:buClr>
                <a:schemeClr val="dk1"/>
              </a:buClr>
              <a:buSzPts val="9600"/>
              <a:buFont typeface="Arial"/>
              <a:buChar char="•"/>
              <a:defRPr sz="9600" b="0" i="0" u="none" strike="noStrike" cap="none">
                <a:solidFill>
                  <a:schemeClr val="dk1"/>
                </a:solidFill>
                <a:latin typeface="Twentieth Century"/>
                <a:ea typeface="Twentieth Century"/>
                <a:cs typeface="Twentieth Century"/>
                <a:sym typeface="Twentieth Century"/>
              </a:defRPr>
            </a:lvl1pPr>
            <a:lvl2pPr marL="914400" marR="0" lvl="1" indent="-777240" algn="l" rtl="0">
              <a:lnSpc>
                <a:spcPct val="120000"/>
              </a:lnSpc>
              <a:spcBef>
                <a:spcPts val="2400"/>
              </a:spcBef>
              <a:spcAft>
                <a:spcPts val="0"/>
              </a:spcAft>
              <a:buClr>
                <a:schemeClr val="dk1"/>
              </a:buClr>
              <a:buSzPts val="8640"/>
              <a:buFont typeface="Arial"/>
              <a:buChar char="•"/>
              <a:defRPr sz="8640" b="0" i="0" u="none" strike="noStrike" cap="none">
                <a:solidFill>
                  <a:schemeClr val="dk1"/>
                </a:solidFill>
                <a:latin typeface="Twentieth Century"/>
                <a:ea typeface="Twentieth Century"/>
                <a:cs typeface="Twentieth Century"/>
                <a:sym typeface="Twentieth Century"/>
              </a:defRPr>
            </a:lvl2pPr>
            <a:lvl3pPr marL="1371600" marR="0" lvl="2" indent="-716280" algn="l" rtl="0">
              <a:lnSpc>
                <a:spcPct val="120000"/>
              </a:lnSpc>
              <a:spcBef>
                <a:spcPts val="2400"/>
              </a:spcBef>
              <a:spcAft>
                <a:spcPts val="0"/>
              </a:spcAft>
              <a:buClr>
                <a:schemeClr val="dk1"/>
              </a:buClr>
              <a:buSzPts val="7680"/>
              <a:buFont typeface="Arial"/>
              <a:buChar char="•"/>
              <a:defRPr sz="7680" b="0" i="0" u="none" strike="noStrike" cap="none">
                <a:solidFill>
                  <a:schemeClr val="dk1"/>
                </a:solidFill>
                <a:latin typeface="Twentieth Century"/>
                <a:ea typeface="Twentieth Century"/>
                <a:cs typeface="Twentieth Century"/>
                <a:sym typeface="Twentieth Century"/>
              </a:defRPr>
            </a:lvl3pPr>
            <a:lvl4pPr marL="1828800" marR="0" lvl="3"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4pPr>
            <a:lvl5pPr marL="2286000" marR="0" lvl="4"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5pPr>
            <a:lvl6pPr marL="2743200" marR="0" lvl="5"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6pPr>
            <a:lvl7pPr marL="3200400" marR="0" lvl="6"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7pPr>
            <a:lvl8pPr marL="3657600" marR="0" lvl="7"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8pPr>
            <a:lvl9pPr marL="4114800" marR="0" lvl="8" indent="-655320" algn="l" rtl="0">
              <a:lnSpc>
                <a:spcPct val="120000"/>
              </a:lnSpc>
              <a:spcBef>
                <a:spcPts val="2400"/>
              </a:spcBef>
              <a:spcAft>
                <a:spcPts val="0"/>
              </a:spcAft>
              <a:buClr>
                <a:schemeClr val="dk1"/>
              </a:buClr>
              <a:buSzPts val="6720"/>
              <a:buFont typeface="Arial"/>
              <a:buChar char="•"/>
              <a:defRPr sz="6719" b="0" i="0" u="none" strike="noStrike" cap="none">
                <a:solidFill>
                  <a:schemeClr val="dk1"/>
                </a:solidFill>
                <a:latin typeface="Twentieth Century"/>
                <a:ea typeface="Twentieth Century"/>
                <a:cs typeface="Twentieth Century"/>
                <a:sym typeface="Twentieth Century"/>
              </a:defRPr>
            </a:lvl9pPr>
          </a:lstStyle>
          <a:p>
            <a:endParaRPr/>
          </a:p>
        </p:txBody>
      </p:sp>
      <p:sp>
        <p:nvSpPr>
          <p:cNvPr id="9" name="Google Shape;9;p2"/>
          <p:cNvSpPr txBox="1">
            <a:spLocks noGrp="1"/>
          </p:cNvSpPr>
          <p:nvPr>
            <p:ph type="dt" idx="10"/>
          </p:nvPr>
        </p:nvSpPr>
        <p:spPr>
          <a:xfrm>
            <a:off x="27643453" y="28239728"/>
            <a:ext cx="9875520" cy="17526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 name="Google Shape;10;p2"/>
          <p:cNvSpPr txBox="1">
            <a:spLocks noGrp="1"/>
          </p:cNvSpPr>
          <p:nvPr>
            <p:ph type="ftr" idx="11"/>
          </p:nvPr>
        </p:nvSpPr>
        <p:spPr>
          <a:xfrm>
            <a:off x="3289591" y="28239728"/>
            <a:ext cx="24022393" cy="1752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1" name="Google Shape;11;p2"/>
          <p:cNvSpPr txBox="1">
            <a:spLocks noGrp="1"/>
          </p:cNvSpPr>
          <p:nvPr>
            <p:ph type="sldNum" idx="12"/>
          </p:nvPr>
        </p:nvSpPr>
        <p:spPr>
          <a:xfrm>
            <a:off x="37850447" y="28239728"/>
            <a:ext cx="2751173" cy="17526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000000"/>
              </a:buClr>
              <a:buSzPts val="4800"/>
              <a:buFont typeface="Arial"/>
              <a:buNone/>
              <a:defRPr sz="48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B4C25"/>
        </a:solidFill>
        <a:effectLst/>
      </p:bgPr>
    </p:bg>
    <p:spTree>
      <p:nvGrpSpPr>
        <p:cNvPr id="1" name="Shape 160"/>
        <p:cNvGrpSpPr/>
        <p:nvPr/>
      </p:nvGrpSpPr>
      <p:grpSpPr>
        <a:xfrm>
          <a:off x="0" y="0"/>
          <a:ext cx="0" cy="0"/>
          <a:chOff x="0" y="0"/>
          <a:chExt cx="0" cy="0"/>
        </a:xfrm>
      </p:grpSpPr>
      <p:grpSp>
        <p:nvGrpSpPr>
          <p:cNvPr id="162" name="Google Shape;162;p1"/>
          <p:cNvGrpSpPr/>
          <p:nvPr/>
        </p:nvGrpSpPr>
        <p:grpSpPr>
          <a:xfrm>
            <a:off x="13047077" y="4745059"/>
            <a:ext cx="17791648" cy="11428810"/>
            <a:chOff x="13716000" y="8229600"/>
            <a:chExt cx="16459200" cy="11887200"/>
          </a:xfrm>
        </p:grpSpPr>
        <p:sp>
          <p:nvSpPr>
            <p:cNvPr id="163" name="Google Shape;163;p1"/>
            <p:cNvSpPr/>
            <p:nvPr/>
          </p:nvSpPr>
          <p:spPr>
            <a:xfrm>
              <a:off x="13716000" y="8229600"/>
              <a:ext cx="16459200" cy="11887200"/>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Twentieth Century"/>
                <a:ea typeface="Twentieth Century"/>
                <a:cs typeface="Twentieth Century"/>
                <a:sym typeface="Twentieth Century"/>
              </a:endParaRPr>
            </a:p>
          </p:txBody>
        </p:sp>
        <p:sp>
          <p:nvSpPr>
            <p:cNvPr id="164" name="Google Shape;164;p1"/>
            <p:cNvSpPr txBox="1"/>
            <p:nvPr/>
          </p:nvSpPr>
          <p:spPr>
            <a:xfrm>
              <a:off x="18550938" y="8546025"/>
              <a:ext cx="6115500" cy="7671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u="sng" dirty="0">
                  <a:solidFill>
                    <a:schemeClr val="dk1"/>
                  </a:solidFill>
                  <a:latin typeface="+mj-lt"/>
                  <a:cs typeface="Times New Roman"/>
                  <a:sym typeface="Times New Roman"/>
                </a:rPr>
                <a:t>Hardware Diagram</a:t>
              </a:r>
              <a:endParaRPr sz="4200" b="0" i="0" u="none" strike="noStrike" cap="none" dirty="0">
                <a:solidFill>
                  <a:srgbClr val="000000"/>
                </a:solidFill>
                <a:latin typeface="+mj-lt"/>
                <a:ea typeface="Arial"/>
                <a:cs typeface="Arial"/>
                <a:sym typeface="Arial"/>
              </a:endParaRPr>
            </a:p>
          </p:txBody>
        </p:sp>
      </p:grpSp>
      <p:grpSp>
        <p:nvGrpSpPr>
          <p:cNvPr id="167" name="Google Shape;167;p1"/>
          <p:cNvGrpSpPr/>
          <p:nvPr/>
        </p:nvGrpSpPr>
        <p:grpSpPr>
          <a:xfrm>
            <a:off x="520885" y="505062"/>
            <a:ext cx="42809153" cy="3700761"/>
            <a:chOff x="914400" y="912915"/>
            <a:chExt cx="42062399" cy="3935433"/>
          </a:xfrm>
        </p:grpSpPr>
        <p:grpSp>
          <p:nvGrpSpPr>
            <p:cNvPr id="168" name="Google Shape;168;p1"/>
            <p:cNvGrpSpPr/>
            <p:nvPr/>
          </p:nvGrpSpPr>
          <p:grpSpPr>
            <a:xfrm>
              <a:off x="914400" y="912915"/>
              <a:ext cx="42062399" cy="3935433"/>
              <a:chOff x="914400" y="912915"/>
              <a:chExt cx="42062399" cy="3935433"/>
            </a:xfrm>
          </p:grpSpPr>
          <p:grpSp>
            <p:nvGrpSpPr>
              <p:cNvPr id="169" name="Google Shape;169;p1"/>
              <p:cNvGrpSpPr/>
              <p:nvPr/>
            </p:nvGrpSpPr>
            <p:grpSpPr>
              <a:xfrm>
                <a:off x="914400" y="912915"/>
                <a:ext cx="42062399" cy="3935433"/>
                <a:chOff x="914400" y="912915"/>
                <a:chExt cx="42062399" cy="3935433"/>
              </a:xfrm>
            </p:grpSpPr>
            <p:sp>
              <p:nvSpPr>
                <p:cNvPr id="170" name="Google Shape;170;p1"/>
                <p:cNvSpPr/>
                <p:nvPr/>
              </p:nvSpPr>
              <p:spPr>
                <a:xfrm>
                  <a:off x="914400" y="912915"/>
                  <a:ext cx="42062399" cy="3935433"/>
                </a:xfrm>
                <a:prstGeom prst="rect">
                  <a:avLst/>
                </a:prstGeom>
                <a:solidFill>
                  <a:schemeClr val="lt1"/>
                </a:solidFill>
                <a:ln w="762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71" name="Google Shape;171;p1"/>
                <p:cNvSpPr txBox="1"/>
                <p:nvPr/>
              </p:nvSpPr>
              <p:spPr>
                <a:xfrm>
                  <a:off x="4133850" y="3200075"/>
                  <a:ext cx="35623500" cy="11784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8000"/>
                    <a:buFont typeface="Arial"/>
                    <a:buNone/>
                  </a:pPr>
                  <a:r>
                    <a:rPr lang="en-US" sz="6600" i="0" u="none" strike="noStrike" cap="none" dirty="0">
                      <a:solidFill>
                        <a:schemeClr val="dk1"/>
                      </a:solidFill>
                      <a:latin typeface="Source Sans Pro" panose="020B0503030403020204" pitchFamily="34" charset="0"/>
                      <a:ea typeface="Source Sans Pro" panose="020B0503030403020204" pitchFamily="34" charset="0"/>
                      <a:cs typeface="Times New Roman"/>
                      <a:sym typeface="Times New Roman"/>
                    </a:rPr>
                    <a:t>Noah S</a:t>
                  </a:r>
                  <a:r>
                    <a:rPr lang="en-US" sz="6600" dirty="0">
                      <a:solidFill>
                        <a:schemeClr val="dk1"/>
                      </a:solidFill>
                      <a:latin typeface="Source Sans Pro" panose="020B0503030403020204" pitchFamily="34" charset="0"/>
                      <a:ea typeface="Source Sans Pro" panose="020B0503030403020204" pitchFamily="34" charset="0"/>
                      <a:cs typeface="Times New Roman"/>
                      <a:sym typeface="Times New Roman"/>
                    </a:rPr>
                    <a:t>chatz, Diego Cummins, Jessy Pena, Jose Aguirre, Christina Walker</a:t>
                  </a:r>
                  <a:endParaRPr sz="6600" i="0" u="none" strike="noStrike" cap="none" dirty="0">
                    <a:solidFill>
                      <a:srgbClr val="000000"/>
                    </a:solidFill>
                    <a:latin typeface="Source Sans Pro" panose="020B0503030403020204" pitchFamily="34" charset="0"/>
                    <a:ea typeface="Source Sans Pro" panose="020B0503030403020204" pitchFamily="34" charset="0"/>
                    <a:cs typeface="Times New Roman"/>
                    <a:sym typeface="Times New Roman"/>
                  </a:endParaRPr>
                </a:p>
              </p:txBody>
            </p:sp>
          </p:grpSp>
          <p:sp>
            <p:nvSpPr>
              <p:cNvPr id="172" name="Google Shape;172;p1"/>
              <p:cNvSpPr txBox="1"/>
              <p:nvPr/>
            </p:nvSpPr>
            <p:spPr>
              <a:xfrm>
                <a:off x="13100819" y="1433731"/>
                <a:ext cx="18659999" cy="15382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800"/>
                  <a:buFont typeface="Arial"/>
                  <a:buNone/>
                </a:pPr>
                <a:r>
                  <a:rPr lang="en-US" sz="8800" b="1" i="0" u="none" strike="noStrike" cap="none" dirty="0">
                    <a:solidFill>
                      <a:schemeClr val="dk1"/>
                    </a:solidFill>
                    <a:latin typeface="+mj-lt"/>
                    <a:ea typeface="Times New Roman"/>
                    <a:cs typeface="Times New Roman"/>
                    <a:sym typeface="Times New Roman"/>
                  </a:rPr>
                  <a:t>Self-Defense Device (Zeus)</a:t>
                </a:r>
                <a:endParaRPr sz="1400" b="0" i="0" u="none" strike="noStrike" cap="none" dirty="0">
                  <a:solidFill>
                    <a:srgbClr val="000000"/>
                  </a:solidFill>
                  <a:latin typeface="+mj-lt"/>
                  <a:ea typeface="Arial"/>
                  <a:cs typeface="Arial"/>
                  <a:sym typeface="Arial"/>
                </a:endParaRPr>
              </a:p>
            </p:txBody>
          </p:sp>
        </p:grpSp>
        <p:pic>
          <p:nvPicPr>
            <p:cNvPr id="173" name="Google Shape;173;p1"/>
            <p:cNvPicPr preferRelativeResize="0"/>
            <p:nvPr/>
          </p:nvPicPr>
          <p:blipFill rotWithShape="1">
            <a:blip r:embed="rId3">
              <a:alphaModFix/>
            </a:blip>
            <a:srcRect/>
            <a:stretch/>
          </p:blipFill>
          <p:spPr>
            <a:xfrm>
              <a:off x="1745942" y="3163650"/>
              <a:ext cx="6619694" cy="1247367"/>
            </a:xfrm>
            <a:prstGeom prst="rect">
              <a:avLst/>
            </a:prstGeom>
            <a:noFill/>
            <a:ln>
              <a:noFill/>
            </a:ln>
          </p:spPr>
        </p:pic>
      </p:grpSp>
      <p:grpSp>
        <p:nvGrpSpPr>
          <p:cNvPr id="175" name="Google Shape;175;p1"/>
          <p:cNvGrpSpPr/>
          <p:nvPr/>
        </p:nvGrpSpPr>
        <p:grpSpPr>
          <a:xfrm>
            <a:off x="31327968" y="24259431"/>
            <a:ext cx="11939504" cy="4996154"/>
            <a:chOff x="31036263" y="27432822"/>
            <a:chExt cx="11887200" cy="4952366"/>
          </a:xfrm>
        </p:grpSpPr>
        <p:sp>
          <p:nvSpPr>
            <p:cNvPr id="176" name="Google Shape;176;p1"/>
            <p:cNvSpPr/>
            <p:nvPr/>
          </p:nvSpPr>
          <p:spPr>
            <a:xfrm>
              <a:off x="31036263" y="27432822"/>
              <a:ext cx="11887200" cy="4952366"/>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77" name="Google Shape;177;p1"/>
            <p:cNvSpPr txBox="1"/>
            <p:nvPr/>
          </p:nvSpPr>
          <p:spPr>
            <a:xfrm>
              <a:off x="33644202" y="27785632"/>
              <a:ext cx="7336902" cy="732149"/>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Work Breakdown Structure</a:t>
              </a:r>
              <a:endParaRPr sz="4200" b="0" i="0" u="none" strike="noStrike" cap="none" dirty="0">
                <a:solidFill>
                  <a:srgbClr val="000000"/>
                </a:solidFill>
                <a:latin typeface="+mj-lt"/>
                <a:ea typeface="Arial"/>
                <a:cs typeface="Arial"/>
                <a:sym typeface="Arial"/>
              </a:endParaRPr>
            </a:p>
          </p:txBody>
        </p:sp>
      </p:grpSp>
      <p:grpSp>
        <p:nvGrpSpPr>
          <p:cNvPr id="187" name="Google Shape;187;p1"/>
          <p:cNvGrpSpPr/>
          <p:nvPr/>
        </p:nvGrpSpPr>
        <p:grpSpPr>
          <a:xfrm>
            <a:off x="457200" y="4739996"/>
            <a:ext cx="12051875" cy="8057430"/>
            <a:chOff x="838798" y="5708982"/>
            <a:chExt cx="11983931" cy="7252911"/>
          </a:xfrm>
        </p:grpSpPr>
        <p:sp>
          <p:nvSpPr>
            <p:cNvPr id="188" name="Google Shape;188;p1"/>
            <p:cNvSpPr/>
            <p:nvPr/>
          </p:nvSpPr>
          <p:spPr>
            <a:xfrm>
              <a:off x="902125" y="5708982"/>
              <a:ext cx="11920604" cy="7252911"/>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89" name="Google Shape;189;p1"/>
            <p:cNvSpPr txBox="1"/>
            <p:nvPr/>
          </p:nvSpPr>
          <p:spPr>
            <a:xfrm>
              <a:off x="4901402" y="5920515"/>
              <a:ext cx="3541491" cy="664873"/>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Abstract</a:t>
              </a:r>
              <a:endParaRPr sz="4200" b="1" i="0" u="sng" strike="noStrike" cap="none" dirty="0">
                <a:solidFill>
                  <a:schemeClr val="dk1"/>
                </a:solidFill>
                <a:latin typeface="+mj-lt"/>
                <a:ea typeface="Times New Roman"/>
                <a:cs typeface="Times New Roman"/>
                <a:sym typeface="Times New Roman"/>
              </a:endParaRPr>
            </a:p>
          </p:txBody>
        </p:sp>
        <p:sp>
          <p:nvSpPr>
            <p:cNvPr id="190" name="Google Shape;190;p1"/>
            <p:cNvSpPr txBox="1"/>
            <p:nvPr/>
          </p:nvSpPr>
          <p:spPr>
            <a:xfrm>
              <a:off x="838798" y="6930199"/>
              <a:ext cx="11666700" cy="5180717"/>
            </a:xfrm>
            <a:prstGeom prst="rect">
              <a:avLst/>
            </a:prstGeom>
            <a:noFill/>
            <a:ln>
              <a:noFill/>
            </a:ln>
          </p:spPr>
          <p:txBody>
            <a:bodyPr spcFirstLastPara="1" wrap="square" lIns="91425" tIns="45700" rIns="91425" bIns="45700" anchor="t" anchorCtr="0">
              <a:spAutoFit/>
            </a:bodyPr>
            <a:lstStyle/>
            <a:p>
              <a:pPr marL="457200" lvl="0" algn="just">
                <a:lnSpc>
                  <a:spcPct val="115000"/>
                </a:lnSpc>
                <a:buSzPts val="3000"/>
              </a:pPr>
              <a:r>
                <a:rPr lang="en-US" sz="3200" dirty="0">
                  <a:solidFill>
                    <a:schemeClr val="dk1"/>
                  </a:solidFill>
                  <a:latin typeface="Times New Roman"/>
                  <a:ea typeface="Times New Roman"/>
                  <a:cs typeface="Times New Roman"/>
                  <a:sym typeface="Times New Roman"/>
                </a:rPr>
                <a:t>Zeus is a handheld self-defense device designed to protect school staff and civilians during active threat situations. It uses high-intensity sound and strobe lighting to temporarily disorient an attacker from a safe distance, buying critical time until law enforcement arrives. This device addresses the lack of effective, less-lethal safety tools. It focuses on a solution that is both easily accessible and compliant with regulations. Zeus is designed to be easy to use in high-stress situations, combining ergonomic controls, built-in safety features, and regulated output to ensure effectiveness without causing permanent harm to the aggressor or bystanders</a:t>
              </a:r>
              <a:endParaRPr sz="3200" i="0" u="none" strike="noStrike" cap="none" dirty="0">
                <a:solidFill>
                  <a:srgbClr val="000000"/>
                </a:solidFill>
                <a:latin typeface="Times New Roman"/>
                <a:ea typeface="Times New Roman"/>
                <a:cs typeface="Times New Roman"/>
                <a:sym typeface="Times New Roman"/>
              </a:endParaRPr>
            </a:p>
          </p:txBody>
        </p:sp>
      </p:grpSp>
      <p:grpSp>
        <p:nvGrpSpPr>
          <p:cNvPr id="193" name="Google Shape;193;p1"/>
          <p:cNvGrpSpPr/>
          <p:nvPr/>
        </p:nvGrpSpPr>
        <p:grpSpPr>
          <a:xfrm>
            <a:off x="527177" y="25047053"/>
            <a:ext cx="11982405" cy="7286244"/>
            <a:chOff x="914400" y="24732273"/>
            <a:chExt cx="11887200" cy="7271700"/>
          </a:xfrm>
        </p:grpSpPr>
        <p:sp>
          <p:nvSpPr>
            <p:cNvPr id="194" name="Google Shape;194;p1"/>
            <p:cNvSpPr/>
            <p:nvPr/>
          </p:nvSpPr>
          <p:spPr>
            <a:xfrm>
              <a:off x="914400" y="24732273"/>
              <a:ext cx="11887200" cy="7271700"/>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95" name="Google Shape;195;p1"/>
            <p:cNvSpPr txBox="1"/>
            <p:nvPr/>
          </p:nvSpPr>
          <p:spPr>
            <a:xfrm>
              <a:off x="4303952" y="24827832"/>
              <a:ext cx="6008729" cy="737149"/>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Product Requirements</a:t>
              </a:r>
              <a:endParaRPr sz="4200" b="1" i="0" u="sng" strike="noStrike" cap="none" dirty="0">
                <a:solidFill>
                  <a:schemeClr val="dk1"/>
                </a:solidFill>
                <a:latin typeface="+mj-lt"/>
                <a:ea typeface="Times New Roman"/>
                <a:cs typeface="Times New Roman"/>
                <a:sym typeface="Times New Roman"/>
              </a:endParaRPr>
            </a:p>
          </p:txBody>
        </p:sp>
      </p:grpSp>
      <p:sp>
        <p:nvSpPr>
          <p:cNvPr id="209" name="Google Shape;209;p1"/>
          <p:cNvSpPr/>
          <p:nvPr/>
        </p:nvSpPr>
        <p:spPr>
          <a:xfrm>
            <a:off x="12995689" y="16519833"/>
            <a:ext cx="17784578" cy="15642791"/>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211" name="Google Shape;211;p1"/>
          <p:cNvGrpSpPr/>
          <p:nvPr/>
        </p:nvGrpSpPr>
        <p:grpSpPr>
          <a:xfrm>
            <a:off x="520885" y="13331117"/>
            <a:ext cx="11988796" cy="11140139"/>
            <a:chOff x="916479" y="13415362"/>
            <a:chExt cx="11887200" cy="11069876"/>
          </a:xfrm>
        </p:grpSpPr>
        <p:grpSp>
          <p:nvGrpSpPr>
            <p:cNvPr id="212" name="Google Shape;212;p1"/>
            <p:cNvGrpSpPr/>
            <p:nvPr/>
          </p:nvGrpSpPr>
          <p:grpSpPr>
            <a:xfrm>
              <a:off x="916479" y="13415362"/>
              <a:ext cx="11887200" cy="11069876"/>
              <a:chOff x="928754" y="16459200"/>
              <a:chExt cx="11887200" cy="7315200"/>
            </a:xfrm>
          </p:grpSpPr>
          <p:sp>
            <p:nvSpPr>
              <p:cNvPr id="213" name="Google Shape;213;p1"/>
              <p:cNvSpPr/>
              <p:nvPr/>
            </p:nvSpPr>
            <p:spPr>
              <a:xfrm>
                <a:off x="928754" y="16459200"/>
                <a:ext cx="11887200" cy="7315200"/>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4200" b="0" i="0" u="none" strike="noStrike" cap="none">
                  <a:solidFill>
                    <a:schemeClr val="lt1"/>
                  </a:solidFill>
                  <a:latin typeface="Twentieth Century"/>
                  <a:ea typeface="Twentieth Century"/>
                  <a:cs typeface="Twentieth Century"/>
                  <a:sym typeface="Twentieth Century"/>
                </a:endParaRPr>
              </a:p>
            </p:txBody>
          </p:sp>
          <p:sp>
            <p:nvSpPr>
              <p:cNvPr id="214" name="Google Shape;214;p1"/>
              <p:cNvSpPr txBox="1"/>
              <p:nvPr/>
            </p:nvSpPr>
            <p:spPr>
              <a:xfrm>
                <a:off x="4680000" y="16491963"/>
                <a:ext cx="4356000" cy="4833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Need for Product</a:t>
                </a:r>
                <a:endParaRPr sz="4200" b="0" i="0" u="none" strike="noStrike" cap="none" dirty="0">
                  <a:solidFill>
                    <a:srgbClr val="000000"/>
                  </a:solidFill>
                  <a:latin typeface="+mj-lt"/>
                  <a:ea typeface="Arial"/>
                  <a:cs typeface="Arial"/>
                  <a:sym typeface="Arial"/>
                </a:endParaRPr>
              </a:p>
            </p:txBody>
          </p:sp>
        </p:grpSp>
        <p:sp>
          <p:nvSpPr>
            <p:cNvPr id="215" name="Google Shape;215;p1"/>
            <p:cNvSpPr txBox="1"/>
            <p:nvPr/>
          </p:nvSpPr>
          <p:spPr>
            <a:xfrm>
              <a:off x="1176429" y="14162995"/>
              <a:ext cx="11290800" cy="825715"/>
            </a:xfrm>
            <a:prstGeom prst="rect">
              <a:avLst/>
            </a:prstGeom>
            <a:noFill/>
            <a:ln>
              <a:noFill/>
            </a:ln>
          </p:spPr>
          <p:txBody>
            <a:bodyPr spcFirstLastPara="1" wrap="square" lIns="91425" tIns="45700" rIns="91425" bIns="45700" anchor="t" anchorCtr="0">
              <a:spAutoFit/>
            </a:bodyPr>
            <a:lstStyle/>
            <a:p>
              <a:br>
                <a:rPr lang="en-US" sz="2400" dirty="0"/>
              </a:br>
              <a:endParaRPr sz="2400" i="0" u="none" strike="noStrike" cap="none" dirty="0">
                <a:solidFill>
                  <a:srgbClr val="000000"/>
                </a:solidFill>
                <a:latin typeface="Times New Roman"/>
                <a:ea typeface="Times New Roman"/>
                <a:cs typeface="Times New Roman"/>
                <a:sym typeface="Times New Roman"/>
              </a:endParaRPr>
            </a:p>
          </p:txBody>
        </p:sp>
      </p:grpSp>
      <p:grpSp>
        <p:nvGrpSpPr>
          <p:cNvPr id="219" name="Google Shape;219;p1"/>
          <p:cNvGrpSpPr/>
          <p:nvPr/>
        </p:nvGrpSpPr>
        <p:grpSpPr>
          <a:xfrm>
            <a:off x="31389662" y="4745603"/>
            <a:ext cx="11938864" cy="13209078"/>
            <a:chOff x="914400" y="24688800"/>
            <a:chExt cx="11540709" cy="7315200"/>
          </a:xfrm>
        </p:grpSpPr>
        <p:grpSp>
          <p:nvGrpSpPr>
            <p:cNvPr id="220" name="Google Shape;220;p1"/>
            <p:cNvGrpSpPr/>
            <p:nvPr/>
          </p:nvGrpSpPr>
          <p:grpSpPr>
            <a:xfrm>
              <a:off x="914400" y="24688800"/>
              <a:ext cx="11540709" cy="7315200"/>
              <a:chOff x="914400" y="24688800"/>
              <a:chExt cx="11540709" cy="7315200"/>
            </a:xfrm>
          </p:grpSpPr>
          <p:sp>
            <p:nvSpPr>
              <p:cNvPr id="221" name="Google Shape;221;p1"/>
              <p:cNvSpPr/>
              <p:nvPr/>
            </p:nvSpPr>
            <p:spPr>
              <a:xfrm>
                <a:off x="914400" y="24688800"/>
                <a:ext cx="11540709" cy="7315200"/>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Twentieth Century"/>
                    <a:ea typeface="Twentieth Century"/>
                    <a:cs typeface="Twentieth Century"/>
                    <a:sym typeface="Twentieth Century"/>
                  </a:rPr>
                  <a:t>dfdfdfdfdf</a:t>
                </a:r>
                <a:endParaRPr sz="1800" b="0" i="0" u="none" strike="noStrike" cap="none">
                  <a:solidFill>
                    <a:schemeClr val="lt1"/>
                  </a:solidFill>
                  <a:latin typeface="Twentieth Century"/>
                  <a:ea typeface="Twentieth Century"/>
                  <a:cs typeface="Twentieth Century"/>
                  <a:sym typeface="Twentieth Century"/>
                </a:endParaRPr>
              </a:p>
            </p:txBody>
          </p:sp>
          <p:sp>
            <p:nvSpPr>
              <p:cNvPr id="222" name="Google Shape;222;p1"/>
              <p:cNvSpPr txBox="1"/>
              <p:nvPr/>
            </p:nvSpPr>
            <p:spPr>
              <a:xfrm>
                <a:off x="4882576" y="24875110"/>
                <a:ext cx="4254425" cy="766989"/>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Competing Products</a:t>
                </a:r>
                <a:endParaRPr sz="4200" b="1" i="0" u="sng" strike="noStrike" cap="none" dirty="0">
                  <a:solidFill>
                    <a:schemeClr val="dk1"/>
                  </a:solidFill>
                  <a:latin typeface="+mj-lt"/>
                  <a:ea typeface="Times New Roman"/>
                  <a:cs typeface="Times New Roman"/>
                  <a:sym typeface="Times New Roman"/>
                </a:endParaRPr>
              </a:p>
            </p:txBody>
          </p:sp>
        </p:grpSp>
        <p:sp>
          <p:nvSpPr>
            <p:cNvPr id="223" name="Google Shape;223;p1"/>
            <p:cNvSpPr txBox="1"/>
            <p:nvPr/>
          </p:nvSpPr>
          <p:spPr>
            <a:xfrm>
              <a:off x="1747904" y="25978555"/>
              <a:ext cx="10172700" cy="30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Arial"/>
                <a:ea typeface="Arial"/>
                <a:cs typeface="Arial"/>
                <a:sym typeface="Arial"/>
              </a:endParaRPr>
            </a:p>
          </p:txBody>
        </p:sp>
      </p:grpSp>
      <p:grpSp>
        <p:nvGrpSpPr>
          <p:cNvPr id="226" name="Google Shape;226;p1"/>
          <p:cNvGrpSpPr/>
          <p:nvPr/>
        </p:nvGrpSpPr>
        <p:grpSpPr>
          <a:xfrm>
            <a:off x="31327968" y="29707786"/>
            <a:ext cx="11939504" cy="2622747"/>
            <a:chOff x="31077325" y="24125625"/>
            <a:chExt cx="11887200" cy="2479453"/>
          </a:xfrm>
        </p:grpSpPr>
        <p:sp>
          <p:nvSpPr>
            <p:cNvPr id="227" name="Google Shape;227;p1"/>
            <p:cNvSpPr/>
            <p:nvPr/>
          </p:nvSpPr>
          <p:spPr>
            <a:xfrm>
              <a:off x="31077325" y="24125625"/>
              <a:ext cx="11887200" cy="2479453"/>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lvl="0" algn="ctr">
                <a:buSzPts val="1800"/>
              </a:pPr>
              <a:r>
                <a:rPr lang="en-US" sz="2000" dirty="0">
                  <a:solidFill>
                    <a:schemeClr val="tx1"/>
                  </a:solidFill>
                  <a:latin typeface="Twentieth Century"/>
                  <a:ea typeface="Twentieth Century"/>
                  <a:cs typeface="Twentieth Century"/>
                  <a:sym typeface="Twentieth Century"/>
                </a:rPr>
                <a:t>The Zeus team would like to give a special thanks to Bret Van Delden for the technical and financial support of our project. We would also like to recognize the UTSA Makerspace, Student Success Center and UTSAECE department faculty and staff for providing the resources, instruction and support related to this project.</a:t>
              </a:r>
              <a:endParaRPr sz="2000" b="0" i="0" u="none" strike="noStrike" cap="none" dirty="0">
                <a:solidFill>
                  <a:schemeClr val="tx1"/>
                </a:solidFill>
                <a:latin typeface="Twentieth Century"/>
                <a:ea typeface="Twentieth Century"/>
                <a:cs typeface="Twentieth Century"/>
                <a:sym typeface="Twentieth Century"/>
              </a:endParaRPr>
            </a:p>
          </p:txBody>
        </p:sp>
        <p:sp>
          <p:nvSpPr>
            <p:cNvPr id="228" name="Google Shape;228;p1"/>
            <p:cNvSpPr txBox="1"/>
            <p:nvPr/>
          </p:nvSpPr>
          <p:spPr>
            <a:xfrm>
              <a:off x="34428417" y="24230496"/>
              <a:ext cx="5136785" cy="698268"/>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u="sng" dirty="0">
                  <a:solidFill>
                    <a:schemeClr val="dk1"/>
                  </a:solidFill>
                  <a:latin typeface="+mj-lt"/>
                  <a:ea typeface="Times New Roman"/>
                  <a:cs typeface="Times New Roman"/>
                  <a:sym typeface="Times New Roman"/>
                </a:rPr>
                <a:t>Acknowledgements</a:t>
              </a:r>
              <a:endParaRPr sz="4200" b="1" i="0" u="sng" strike="noStrike" cap="none" dirty="0">
                <a:solidFill>
                  <a:schemeClr val="dk1"/>
                </a:solidFill>
                <a:latin typeface="+mj-lt"/>
                <a:ea typeface="Times New Roman"/>
                <a:cs typeface="Times New Roman"/>
                <a:sym typeface="Times New Roman"/>
              </a:endParaRPr>
            </a:p>
          </p:txBody>
        </p:sp>
      </p:grpSp>
      <p:sp>
        <p:nvSpPr>
          <p:cNvPr id="238" name="Google Shape;238;p1"/>
          <p:cNvSpPr txBox="1"/>
          <p:nvPr/>
        </p:nvSpPr>
        <p:spPr>
          <a:xfrm>
            <a:off x="14437645" y="16838070"/>
            <a:ext cx="15060900" cy="738900"/>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Software Flowchart</a:t>
            </a:r>
            <a:endParaRPr sz="4200" b="0" i="0" u="none" strike="noStrike" cap="none" dirty="0">
              <a:solidFill>
                <a:srgbClr val="000000"/>
              </a:solidFill>
              <a:latin typeface="+mj-lt"/>
              <a:ea typeface="Arial"/>
              <a:cs typeface="Arial"/>
              <a:sym typeface="Arial"/>
            </a:endParaRPr>
          </a:p>
        </p:txBody>
      </p:sp>
      <p:grpSp>
        <p:nvGrpSpPr>
          <p:cNvPr id="241" name="Google Shape;241;p1"/>
          <p:cNvGrpSpPr/>
          <p:nvPr/>
        </p:nvGrpSpPr>
        <p:grpSpPr>
          <a:xfrm>
            <a:off x="31329157" y="18520778"/>
            <a:ext cx="11938315" cy="5094903"/>
            <a:chOff x="31382415" y="18520779"/>
            <a:chExt cx="11887200" cy="5094903"/>
          </a:xfrm>
        </p:grpSpPr>
        <p:grpSp>
          <p:nvGrpSpPr>
            <p:cNvPr id="242" name="Google Shape;242;p1"/>
            <p:cNvGrpSpPr/>
            <p:nvPr/>
          </p:nvGrpSpPr>
          <p:grpSpPr>
            <a:xfrm>
              <a:off x="31382415" y="18520779"/>
              <a:ext cx="11887200" cy="5094903"/>
              <a:chOff x="31003928" y="4945610"/>
              <a:chExt cx="11887200" cy="7315200"/>
            </a:xfrm>
          </p:grpSpPr>
          <p:grpSp>
            <p:nvGrpSpPr>
              <p:cNvPr id="243" name="Google Shape;243;p1"/>
              <p:cNvGrpSpPr/>
              <p:nvPr/>
            </p:nvGrpSpPr>
            <p:grpSpPr>
              <a:xfrm>
                <a:off x="31003928" y="4945610"/>
                <a:ext cx="11887200" cy="7315200"/>
                <a:chOff x="31003928" y="4945610"/>
                <a:chExt cx="11887200" cy="7315200"/>
              </a:xfrm>
            </p:grpSpPr>
            <p:sp>
              <p:nvSpPr>
                <p:cNvPr id="244" name="Google Shape;244;p1"/>
                <p:cNvSpPr/>
                <p:nvPr/>
              </p:nvSpPr>
              <p:spPr>
                <a:xfrm>
                  <a:off x="31003928" y="4945610"/>
                  <a:ext cx="11887200" cy="7315200"/>
                </a:xfrm>
                <a:prstGeom prst="rect">
                  <a:avLst/>
                </a:prstGeom>
                <a:solidFill>
                  <a:schemeClr val="lt1"/>
                </a:solidFill>
                <a:ln w="889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45" name="Google Shape;245;p1"/>
                <p:cNvSpPr txBox="1"/>
                <p:nvPr/>
              </p:nvSpPr>
              <p:spPr>
                <a:xfrm>
                  <a:off x="34754892" y="5495942"/>
                  <a:ext cx="5175925" cy="1060506"/>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200" b="1" i="0" u="sng" strike="noStrike" cap="none" dirty="0">
                      <a:solidFill>
                        <a:schemeClr val="dk1"/>
                      </a:solidFill>
                      <a:latin typeface="+mj-lt"/>
                      <a:ea typeface="Times New Roman"/>
                      <a:cs typeface="Times New Roman"/>
                      <a:sym typeface="Times New Roman"/>
                    </a:rPr>
                    <a:t>Main Components</a:t>
                  </a:r>
                  <a:endParaRPr sz="4200" b="0" i="0" u="none" strike="noStrike" cap="none" dirty="0">
                    <a:solidFill>
                      <a:srgbClr val="000000"/>
                    </a:solidFill>
                    <a:latin typeface="+mj-lt"/>
                    <a:ea typeface="Arial"/>
                    <a:cs typeface="Arial"/>
                    <a:sym typeface="Arial"/>
                  </a:endParaRPr>
                </a:p>
              </p:txBody>
            </p:sp>
          </p:grpSp>
          <p:sp>
            <p:nvSpPr>
              <p:cNvPr id="246" name="Google Shape;246;p1"/>
              <p:cNvSpPr txBox="1"/>
              <p:nvPr/>
            </p:nvSpPr>
            <p:spPr>
              <a:xfrm>
                <a:off x="31921028" y="9480960"/>
                <a:ext cx="10053000" cy="883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400"/>
                  <a:buFont typeface="Arial"/>
                  <a:buNone/>
                </a:pPr>
                <a:endParaRPr sz="3400" b="0" i="0" u="none" strike="noStrike" cap="none">
                  <a:solidFill>
                    <a:schemeClr val="dk1"/>
                  </a:solidFill>
                  <a:latin typeface="Times New Roman"/>
                  <a:ea typeface="Times New Roman"/>
                  <a:cs typeface="Times New Roman"/>
                  <a:sym typeface="Times New Roman"/>
                </a:endParaRPr>
              </a:p>
            </p:txBody>
          </p:sp>
        </p:grpSp>
        <p:sp>
          <p:nvSpPr>
            <p:cNvPr id="247" name="Google Shape;247;p1"/>
            <p:cNvSpPr txBox="1"/>
            <p:nvPr/>
          </p:nvSpPr>
          <p:spPr>
            <a:xfrm>
              <a:off x="31680466" y="19813738"/>
              <a:ext cx="11291100" cy="73862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4200"/>
                <a:buFont typeface="Arial"/>
                <a:buNone/>
              </a:pPr>
              <a:r>
                <a:rPr lang="en-US" sz="4200" dirty="0">
                  <a:solidFill>
                    <a:schemeClr val="dk1"/>
                  </a:solidFill>
                  <a:latin typeface="Times New Roman"/>
                  <a:ea typeface="Times New Roman"/>
                  <a:cs typeface="Times New Roman"/>
                  <a:sym typeface="Times New Roman"/>
                </a:rPr>
                <a:t>Text</a:t>
              </a:r>
              <a:endParaRPr sz="4200" i="0" u="none" strike="noStrike" cap="none" dirty="0">
                <a:solidFill>
                  <a:srgbClr val="000000"/>
                </a:solidFill>
                <a:latin typeface="Times New Roman"/>
                <a:ea typeface="Times New Roman"/>
                <a:cs typeface="Times New Roman"/>
                <a:sym typeface="Times New Roman"/>
              </a:endParaRPr>
            </a:p>
          </p:txBody>
        </p:sp>
      </p:grpSp>
      <p:pic>
        <p:nvPicPr>
          <p:cNvPr id="5" name="Picture 4">
            <a:extLst>
              <a:ext uri="{FF2B5EF4-FFF2-40B4-BE49-F238E27FC236}">
                <a16:creationId xmlns:a16="http://schemas.microsoft.com/office/drawing/2014/main" id="{32C512F7-CA69-A6B5-2A13-97E2E3827BD3}"/>
              </a:ext>
            </a:extLst>
          </p:cNvPr>
          <p:cNvPicPr>
            <a:picLocks noChangeAspect="1"/>
          </p:cNvPicPr>
          <p:nvPr/>
        </p:nvPicPr>
        <p:blipFill>
          <a:blip r:embed="rId4"/>
          <a:stretch>
            <a:fillRect/>
          </a:stretch>
        </p:blipFill>
        <p:spPr>
          <a:xfrm>
            <a:off x="1367190" y="1044193"/>
            <a:ext cx="9092202" cy="950978"/>
          </a:xfrm>
          <a:prstGeom prst="rect">
            <a:avLst/>
          </a:prstGeom>
        </p:spPr>
      </p:pic>
      <p:pic>
        <p:nvPicPr>
          <p:cNvPr id="7" name="Picture 6">
            <a:extLst>
              <a:ext uri="{FF2B5EF4-FFF2-40B4-BE49-F238E27FC236}">
                <a16:creationId xmlns:a16="http://schemas.microsoft.com/office/drawing/2014/main" id="{FE6B202C-BA7A-B580-555B-77CAA076201C}"/>
              </a:ext>
            </a:extLst>
          </p:cNvPr>
          <p:cNvPicPr>
            <a:picLocks noChangeAspect="1"/>
          </p:cNvPicPr>
          <p:nvPr/>
        </p:nvPicPr>
        <p:blipFill>
          <a:blip r:embed="rId5"/>
          <a:stretch>
            <a:fillRect/>
          </a:stretch>
        </p:blipFill>
        <p:spPr>
          <a:xfrm>
            <a:off x="36918366" y="783077"/>
            <a:ext cx="5565367" cy="3130519"/>
          </a:xfrm>
          <a:prstGeom prst="rect">
            <a:avLst/>
          </a:prstGeom>
        </p:spPr>
      </p:pic>
      <p:pic>
        <p:nvPicPr>
          <p:cNvPr id="9" name="Picture 8">
            <a:extLst>
              <a:ext uri="{FF2B5EF4-FFF2-40B4-BE49-F238E27FC236}">
                <a16:creationId xmlns:a16="http://schemas.microsoft.com/office/drawing/2014/main" id="{A75C1F8A-2E87-756D-089E-B17B14D50D36}"/>
              </a:ext>
            </a:extLst>
          </p:cNvPr>
          <p:cNvPicPr>
            <a:picLocks noChangeAspect="1"/>
          </p:cNvPicPr>
          <p:nvPr/>
        </p:nvPicPr>
        <p:blipFill>
          <a:blip r:embed="rId6"/>
          <a:stretch>
            <a:fillRect/>
          </a:stretch>
        </p:blipFill>
        <p:spPr>
          <a:xfrm>
            <a:off x="15000245" y="6904893"/>
            <a:ext cx="14838098" cy="8150883"/>
          </a:xfrm>
          <a:prstGeom prst="rect">
            <a:avLst/>
          </a:prstGeom>
        </p:spPr>
      </p:pic>
      <p:pic>
        <p:nvPicPr>
          <p:cNvPr id="11" name="Picture 10">
            <a:extLst>
              <a:ext uri="{FF2B5EF4-FFF2-40B4-BE49-F238E27FC236}">
                <a16:creationId xmlns:a16="http://schemas.microsoft.com/office/drawing/2014/main" id="{45A4057F-B391-A0C8-6576-1448D1A76498}"/>
              </a:ext>
            </a:extLst>
          </p:cNvPr>
          <p:cNvPicPr>
            <a:picLocks noChangeAspect="1"/>
          </p:cNvPicPr>
          <p:nvPr/>
        </p:nvPicPr>
        <p:blipFill>
          <a:blip r:embed="rId7"/>
          <a:stretch>
            <a:fillRect/>
          </a:stretch>
        </p:blipFill>
        <p:spPr>
          <a:xfrm>
            <a:off x="18484438" y="17870743"/>
            <a:ext cx="6922323" cy="14052836"/>
          </a:xfrm>
          <a:prstGeom prst="rect">
            <a:avLst/>
          </a:prstGeom>
        </p:spPr>
      </p:pic>
    </p:spTree>
  </p:cSld>
  <p:clrMapOvr>
    <a:masterClrMapping/>
  </p:clrMapOvr>
</p:sld>
</file>

<file path=ppt/theme/theme1.xml><?xml version="1.0" encoding="utf-8"?>
<a:theme xmlns:a="http://schemas.openxmlformats.org/drawingml/2006/main"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8AED23FDA85544A65F3FB1058E3C70" ma:contentTypeVersion="2" ma:contentTypeDescription="Create a new document." ma:contentTypeScope="" ma:versionID="3a5ffa6e3f729a96135e5239b0b7a2df">
  <xsd:schema xmlns:xsd="http://www.w3.org/2001/XMLSchema" xmlns:xs="http://www.w3.org/2001/XMLSchema" xmlns:p="http://schemas.microsoft.com/office/2006/metadata/properties" xmlns:ns2="5582a409-1749-4d32-a50b-7d4c975d9f4e" targetNamespace="http://schemas.microsoft.com/office/2006/metadata/properties" ma:root="true" ma:fieldsID="1d4e1521ab0aa5cd4ea8b83a44d7dbfe" ns2:_="">
    <xsd:import namespace="5582a409-1749-4d32-a50b-7d4c975d9f4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82a409-1749-4d32-a50b-7d4c975d9f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DCBB59-0D4F-4CE7-8F9C-88F6C70876DA}">
  <ds:schemaRefs>
    <ds:schemaRef ds:uri="d09dd8ec-0a30-417c-8a60-8de251e556d4"/>
    <ds:schemaRef ds:uri="http://schemas.microsoft.com/office/2006/documentManagement/types"/>
    <ds:schemaRef ds:uri="http://purl.org/dc/dcmitype/"/>
    <ds:schemaRef ds:uri="http://purl.org/dc/elements/1.1/"/>
    <ds:schemaRef ds:uri="http://schemas.microsoft.com/office/2006/metadata/properties"/>
    <ds:schemaRef ds:uri="109c07e2-b2ad-44ec-a2a0-1249de32d127"/>
    <ds:schemaRef ds:uri="http://www.w3.org/XML/1998/namespace"/>
    <ds:schemaRef ds:uri="http://purl.org/dc/term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3446D807-8A3C-407C-8F48-FD3043F024AB}">
  <ds:schemaRefs>
    <ds:schemaRef ds:uri="http://schemas.microsoft.com/sharepoint/v3/contenttype/forms"/>
  </ds:schemaRefs>
</ds:datastoreItem>
</file>

<file path=customXml/itemProps3.xml><?xml version="1.0" encoding="utf-8"?>
<ds:datastoreItem xmlns:ds="http://schemas.openxmlformats.org/officeDocument/2006/customXml" ds:itemID="{B6FE5E1B-5392-441E-A511-48D93690BB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82a409-1749-4d32-a50b-7d4c975d9f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45</TotalTime>
  <Words>201</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Source Sans Pro</vt:lpstr>
      <vt:lpstr>Times New Roman</vt:lpstr>
      <vt:lpstr>Twentieth Century</vt:lpstr>
      <vt:lpstr>Droplet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Juan Roberto Ibarra Ortiz</dc:creator>
  <cp:lastModifiedBy>Jose Aguirre</cp:lastModifiedBy>
  <cp:revision>6</cp:revision>
  <dcterms:created xsi:type="dcterms:W3CDTF">2020-11-21T00:17:20Z</dcterms:created>
  <dcterms:modified xsi:type="dcterms:W3CDTF">2026-03-27T17:38:26Z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0x0101003C8AED23FDA85544A65F3FB1058E3C70</vt:lpwstr>
  </property>
</Properties>
</file>